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5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7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8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ubTitle"/>
          </p:nvPr>
        </p:nvSpPr>
        <p:spPr>
          <a:xfrm>
            <a:off x="855360" y="1659600"/>
            <a:ext cx="1262880" cy="182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852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9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855360" y="2589840"/>
            <a:ext cx="12628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2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1502640" y="216180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85536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/>
          </p:nvPr>
        </p:nvSpPr>
        <p:spPr>
          <a:xfrm>
            <a:off x="1502640" y="2589840"/>
            <a:ext cx="6159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6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85536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128268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1709640" y="216180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/>
          </p:nvPr>
        </p:nvSpPr>
        <p:spPr>
          <a:xfrm>
            <a:off x="85536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1" name="PlaceHolder 6"/>
          <p:cNvSpPr>
            <a:spLocks noGrp="1"/>
          </p:cNvSpPr>
          <p:nvPr>
            <p:ph/>
          </p:nvPr>
        </p:nvSpPr>
        <p:spPr>
          <a:xfrm>
            <a:off x="128268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2" name="PlaceHolder 7"/>
          <p:cNvSpPr>
            <a:spLocks noGrp="1"/>
          </p:cNvSpPr>
          <p:nvPr>
            <p:ph/>
          </p:nvPr>
        </p:nvSpPr>
        <p:spPr>
          <a:xfrm>
            <a:off x="1709640" y="2589840"/>
            <a:ext cx="40644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" name="Google Shape;13;p2"/>
          <p:cNvGrpSpPr/>
          <p:nvPr/>
        </p:nvGrpSpPr>
        <p:grpSpPr>
          <a:xfrm>
            <a:off x="0" y="2550960"/>
            <a:ext cx="718200" cy="40680"/>
            <a:chOff x="0" y="2550960"/>
            <a:chExt cx="718200" cy="40680"/>
          </a:xfrm>
        </p:grpSpPr>
        <p:sp>
          <p:nvSpPr>
            <p:cNvPr id="3" name="Google Shape;14;p2"/>
            <p:cNvSpPr/>
            <p:nvPr/>
          </p:nvSpPr>
          <p:spPr>
            <a:xfrm>
              <a:off x="0" y="255096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5;p2"/>
            <p:cNvSpPr/>
            <p:nvPr/>
          </p:nvSpPr>
          <p:spPr>
            <a:xfrm>
              <a:off x="506520" y="255096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latin typeface="Arial"/>
              </a:rPr>
              <a:t>Pulse para editar el formato del texto de título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55360" y="2161800"/>
            <a:ext cx="258876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3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" name="Google Shape;19;p3"/>
          <p:cNvGrpSpPr/>
          <p:nvPr/>
        </p:nvGrpSpPr>
        <p:grpSpPr>
          <a:xfrm>
            <a:off x="0" y="2550960"/>
            <a:ext cx="718200" cy="40680"/>
            <a:chOff x="0" y="2550960"/>
            <a:chExt cx="718200" cy="40680"/>
          </a:xfrm>
        </p:grpSpPr>
        <p:sp>
          <p:nvSpPr>
            <p:cNvPr id="46" name="Google Shape;20;p3"/>
            <p:cNvSpPr/>
            <p:nvPr/>
          </p:nvSpPr>
          <p:spPr>
            <a:xfrm>
              <a:off x="0" y="255096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" name="Google Shape;21;p3"/>
            <p:cNvSpPr/>
            <p:nvPr/>
          </p:nvSpPr>
          <p:spPr>
            <a:xfrm>
              <a:off x="506520" y="255096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8" name="Google Shape;48;p7"/>
          <p:cNvGrpSpPr/>
          <p:nvPr/>
        </p:nvGrpSpPr>
        <p:grpSpPr>
          <a:xfrm>
            <a:off x="0" y="1120320"/>
            <a:ext cx="718200" cy="40680"/>
            <a:chOff x="0" y="1120320"/>
            <a:chExt cx="718200" cy="40680"/>
          </a:xfrm>
        </p:grpSpPr>
        <p:sp>
          <p:nvSpPr>
            <p:cNvPr id="89" name="Google Shape;49;p7"/>
            <p:cNvSpPr/>
            <p:nvPr/>
          </p:nvSpPr>
          <p:spPr>
            <a:xfrm>
              <a:off x="0" y="112032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Google Shape;50;p7"/>
            <p:cNvSpPr/>
            <p:nvPr/>
          </p:nvSpPr>
          <p:spPr>
            <a:xfrm>
              <a:off x="506520" y="112032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1" name="Google Shape;39;p6"/>
          <p:cNvGrpSpPr/>
          <p:nvPr/>
        </p:nvGrpSpPr>
        <p:grpSpPr>
          <a:xfrm>
            <a:off x="0" y="1120320"/>
            <a:ext cx="718200" cy="40680"/>
            <a:chOff x="0" y="1120320"/>
            <a:chExt cx="718200" cy="40680"/>
          </a:xfrm>
        </p:grpSpPr>
        <p:sp>
          <p:nvSpPr>
            <p:cNvPr id="132" name="Google Shape;40;p6"/>
            <p:cNvSpPr/>
            <p:nvPr/>
          </p:nvSpPr>
          <p:spPr>
            <a:xfrm>
              <a:off x="0" y="112032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41;p6"/>
            <p:cNvSpPr/>
            <p:nvPr/>
          </p:nvSpPr>
          <p:spPr>
            <a:xfrm>
              <a:off x="506520" y="112032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latin typeface="Arial"/>
              </a:rPr>
              <a:t>Pulse para editar el formato del texto de título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218232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5" name="Google Shape;19;p3"/>
          <p:cNvGrpSpPr/>
          <p:nvPr/>
        </p:nvGrpSpPr>
        <p:grpSpPr>
          <a:xfrm>
            <a:off x="0" y="2550960"/>
            <a:ext cx="718200" cy="40680"/>
            <a:chOff x="0" y="2550960"/>
            <a:chExt cx="718200" cy="40680"/>
          </a:xfrm>
        </p:grpSpPr>
        <p:sp>
          <p:nvSpPr>
            <p:cNvPr id="176" name="Google Shape;20;p3"/>
            <p:cNvSpPr/>
            <p:nvPr/>
          </p:nvSpPr>
          <p:spPr>
            <a:xfrm>
              <a:off x="0" y="255096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Google Shape;21;p3"/>
            <p:cNvSpPr/>
            <p:nvPr/>
          </p:nvSpPr>
          <p:spPr>
            <a:xfrm>
              <a:off x="506520" y="255096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18" name="Google Shape;19;p3"/>
          <p:cNvGrpSpPr/>
          <p:nvPr/>
        </p:nvGrpSpPr>
        <p:grpSpPr>
          <a:xfrm>
            <a:off x="0" y="2550960"/>
            <a:ext cx="718200" cy="40680"/>
            <a:chOff x="0" y="2550960"/>
            <a:chExt cx="718200" cy="40680"/>
          </a:xfrm>
        </p:grpSpPr>
        <p:sp>
          <p:nvSpPr>
            <p:cNvPr id="219" name="Google Shape;20;p3"/>
            <p:cNvSpPr/>
            <p:nvPr/>
          </p:nvSpPr>
          <p:spPr>
            <a:xfrm>
              <a:off x="0" y="255096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Google Shape;21;p3"/>
            <p:cNvSpPr/>
            <p:nvPr/>
          </p:nvSpPr>
          <p:spPr>
            <a:xfrm>
              <a:off x="506520" y="255096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e0918"/>
            </a:gs>
            <a:gs pos="100000">
              <a:srgbClr val="572d7e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9;p1"/>
          <p:cNvSpPr/>
          <p:nvPr/>
        </p:nvSpPr>
        <p:spPr>
          <a:xfrm>
            <a:off x="0" y="5096880"/>
            <a:ext cx="8718840" cy="45360"/>
          </a:xfrm>
          <a:prstGeom prst="rect">
            <a:avLst/>
          </a:prstGeom>
          <a:gradFill rotWithShape="0">
            <a:gsLst>
              <a:gs pos="0">
                <a:srgbClr val="ffffff">
                  <a:alpha val="30196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10;p1"/>
          <p:cNvSpPr/>
          <p:nvPr/>
        </p:nvSpPr>
        <p:spPr>
          <a:xfrm>
            <a:off x="8693280" y="5096880"/>
            <a:ext cx="449640" cy="453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61" name="Google Shape;39;p6"/>
          <p:cNvGrpSpPr/>
          <p:nvPr/>
        </p:nvGrpSpPr>
        <p:grpSpPr>
          <a:xfrm>
            <a:off x="0" y="1120320"/>
            <a:ext cx="718200" cy="40680"/>
            <a:chOff x="0" y="1120320"/>
            <a:chExt cx="718200" cy="40680"/>
          </a:xfrm>
        </p:grpSpPr>
        <p:sp>
          <p:nvSpPr>
            <p:cNvPr id="262" name="Google Shape;40;p6"/>
            <p:cNvSpPr/>
            <p:nvPr/>
          </p:nvSpPr>
          <p:spPr>
            <a:xfrm>
              <a:off x="0" y="1120320"/>
              <a:ext cx="507960" cy="40680"/>
            </a:xfrm>
            <a:prstGeom prst="rect">
              <a:avLst/>
            </a:pr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Google Shape;41;p6"/>
            <p:cNvSpPr/>
            <p:nvPr/>
          </p:nvSpPr>
          <p:spPr>
            <a:xfrm>
              <a:off x="506520" y="1120320"/>
              <a:ext cx="211680" cy="40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latin typeface="Arial"/>
              </a:rPr>
              <a:t>Pulse para editar el formato del texto de título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85536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2182320" y="2161800"/>
            <a:ext cx="1262880" cy="81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Pulse para editar el formato de texto del esquema</a:t>
            </a:r>
            <a:endParaRPr b="0" lang="es-E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Segundo nivel del esquema</a:t>
            </a:r>
            <a:endParaRPr b="0" lang="es-E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Tercer nivel del esquema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Cuarto nivel del esquema</a:t>
            </a:r>
            <a:endParaRPr b="0" lang="es-E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Quinto nivel del esquema</a:t>
            </a:r>
            <a:endParaRPr b="0" lang="es-E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Sexto nivel del esquema</a:t>
            </a:r>
            <a:endParaRPr b="0" lang="es-E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Séptimo nivel del esquema</a:t>
            </a:r>
            <a:endParaRPr b="0" lang="es-E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855360" y="1362960"/>
            <a:ext cx="5109840" cy="241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4800" spc="-1" strike="noStrike">
                <a:solidFill>
                  <a:srgbClr val="8870a0"/>
                </a:solidFill>
                <a:latin typeface="Barlow"/>
                <a:ea typeface="Barlow"/>
              </a:rPr>
              <a:t>Noray Bookings </a:t>
            </a:r>
            <a:r>
              <a:rPr b="1" lang="en" sz="4800" spc="-1" strike="noStrike">
                <a:solidFill>
                  <a:srgbClr val="ff9e44"/>
                </a:solidFill>
                <a:latin typeface="Barlow"/>
                <a:ea typeface="Barlow"/>
              </a:rPr>
              <a:t>Manager</a:t>
            </a:r>
            <a:endParaRPr b="0" lang="es-ES" sz="4800" spc="-1" strike="noStrike">
              <a:latin typeface="Arial"/>
            </a:endParaRPr>
          </a:p>
        </p:txBody>
      </p:sp>
      <p:grpSp>
        <p:nvGrpSpPr>
          <p:cNvPr id="304" name="Grupo 60"/>
          <p:cNvGrpSpPr/>
          <p:nvPr/>
        </p:nvGrpSpPr>
        <p:grpSpPr>
          <a:xfrm>
            <a:off x="5060880" y="-588600"/>
            <a:ext cx="3568320" cy="5558400"/>
            <a:chOff x="5060880" y="-588600"/>
            <a:chExt cx="3568320" cy="5558400"/>
          </a:xfrm>
        </p:grpSpPr>
        <p:sp>
          <p:nvSpPr>
            <p:cNvPr id="305" name="Google Shape;1271;p46"/>
            <p:cNvSpPr/>
            <p:nvPr/>
          </p:nvSpPr>
          <p:spPr>
            <a:xfrm>
              <a:off x="6374160" y="-588600"/>
              <a:ext cx="467640" cy="2660760"/>
            </a:xfrm>
            <a:custGeom>
              <a:avLst/>
              <a:gdLst/>
              <a:ahLst/>
              <a:rect l="l" t="t" r="r" b="b"/>
              <a:pathLst>
                <a:path w="576302" h="3272780">
                  <a:moveTo>
                    <a:pt x="82123" y="11123"/>
                  </a:moveTo>
                  <a:cubicBezTo>
                    <a:pt x="127507" y="37030"/>
                    <a:pt x="163526" y="100357"/>
                    <a:pt x="163526" y="152169"/>
                  </a:cubicBezTo>
                  <a:lnTo>
                    <a:pt x="163526" y="1542480"/>
                  </a:lnTo>
                  <a:lnTo>
                    <a:pt x="576303" y="1780675"/>
                  </a:lnTo>
                  <a:lnTo>
                    <a:pt x="576303" y="3214882"/>
                  </a:lnTo>
                  <a:cubicBezTo>
                    <a:pt x="576303" y="3266695"/>
                    <a:pt x="539563" y="3287564"/>
                    <a:pt x="494900" y="3261657"/>
                  </a:cubicBezTo>
                  <a:cubicBezTo>
                    <a:pt x="449516" y="3235751"/>
                    <a:pt x="413497" y="3172424"/>
                    <a:pt x="413497" y="3120611"/>
                  </a:cubicBezTo>
                  <a:lnTo>
                    <a:pt x="413497" y="1874226"/>
                  </a:lnTo>
                  <a:lnTo>
                    <a:pt x="0" y="1636750"/>
                  </a:lnTo>
                  <a:lnTo>
                    <a:pt x="0" y="57899"/>
                  </a:lnTo>
                  <a:cubicBezTo>
                    <a:pt x="0" y="6086"/>
                    <a:pt x="36739" y="-14783"/>
                    <a:pt x="82123" y="11123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1272;p46"/>
            <p:cNvSpPr/>
            <p:nvPr/>
          </p:nvSpPr>
          <p:spPr>
            <a:xfrm>
              <a:off x="6557040" y="3260880"/>
              <a:ext cx="466920" cy="1378440"/>
            </a:xfrm>
            <a:custGeom>
              <a:avLst/>
              <a:gdLst/>
              <a:ahLst/>
              <a:rect l="l" t="t" r="r" b="b"/>
              <a:pathLst>
                <a:path w="575582" h="1696088">
                  <a:moveTo>
                    <a:pt x="81403" y="1684965"/>
                  </a:moveTo>
                  <a:cubicBezTo>
                    <a:pt x="126787" y="1710871"/>
                    <a:pt x="162806" y="1690002"/>
                    <a:pt x="162806" y="1638189"/>
                  </a:cubicBezTo>
                  <a:lnTo>
                    <a:pt x="162806" y="596176"/>
                  </a:lnTo>
                  <a:lnTo>
                    <a:pt x="575582" y="834371"/>
                  </a:lnTo>
                  <a:lnTo>
                    <a:pt x="575582" y="152169"/>
                  </a:lnTo>
                  <a:cubicBezTo>
                    <a:pt x="575582" y="100356"/>
                    <a:pt x="538843" y="37030"/>
                    <a:pt x="494179" y="11124"/>
                  </a:cubicBezTo>
                  <a:cubicBezTo>
                    <a:pt x="448795" y="-14783"/>
                    <a:pt x="412777" y="6086"/>
                    <a:pt x="412777" y="57899"/>
                  </a:cubicBezTo>
                  <a:lnTo>
                    <a:pt x="412777" y="552280"/>
                  </a:lnTo>
                  <a:lnTo>
                    <a:pt x="0" y="314084"/>
                  </a:lnTo>
                  <a:lnTo>
                    <a:pt x="0" y="1543919"/>
                  </a:lnTo>
                  <a:cubicBezTo>
                    <a:pt x="0" y="1595732"/>
                    <a:pt x="36739" y="1659059"/>
                    <a:pt x="81403" y="1684965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" name="Google Shape;1273;p46"/>
            <p:cNvSpPr/>
            <p:nvPr/>
          </p:nvSpPr>
          <p:spPr>
            <a:xfrm>
              <a:off x="7071840" y="-131760"/>
              <a:ext cx="131400" cy="2093760"/>
            </a:xfrm>
            <a:custGeom>
              <a:avLst/>
              <a:gdLst/>
              <a:ahLst/>
              <a:rect l="l" t="t" r="r" b="b"/>
              <a:pathLst>
                <a:path w="162805" h="2575466">
                  <a:moveTo>
                    <a:pt x="81403" y="11123"/>
                  </a:moveTo>
                  <a:cubicBezTo>
                    <a:pt x="126787" y="37030"/>
                    <a:pt x="162806" y="100357"/>
                    <a:pt x="162806" y="152169"/>
                  </a:cubicBezTo>
                  <a:lnTo>
                    <a:pt x="162806" y="2517568"/>
                  </a:lnTo>
                  <a:cubicBezTo>
                    <a:pt x="162806" y="2569381"/>
                    <a:pt x="126066" y="2590250"/>
                    <a:pt x="81403" y="2564343"/>
                  </a:cubicBezTo>
                  <a:cubicBezTo>
                    <a:pt x="36019" y="2538437"/>
                    <a:pt x="0" y="2475110"/>
                    <a:pt x="0" y="2423297"/>
                  </a:cubicBezTo>
                  <a:lnTo>
                    <a:pt x="0" y="57899"/>
                  </a:lnTo>
                  <a:cubicBezTo>
                    <a:pt x="0" y="6086"/>
                    <a:pt x="36739" y="-14783"/>
                    <a:pt x="81403" y="11123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1274;p46"/>
            <p:cNvSpPr/>
            <p:nvPr/>
          </p:nvSpPr>
          <p:spPr>
            <a:xfrm>
              <a:off x="6460200" y="4217040"/>
              <a:ext cx="302400" cy="453960"/>
            </a:xfrm>
            <a:custGeom>
              <a:avLst/>
              <a:gdLst/>
              <a:ahLst/>
              <a:rect l="l" t="t" r="r" b="b"/>
              <a:pathLst>
                <a:path w="373155" h="559444">
                  <a:moveTo>
                    <a:pt x="373156" y="387306"/>
                  </a:moveTo>
                  <a:cubicBezTo>
                    <a:pt x="373156" y="529791"/>
                    <a:pt x="289592" y="597436"/>
                    <a:pt x="186578" y="537707"/>
                  </a:cubicBezTo>
                  <a:cubicBezTo>
                    <a:pt x="83564" y="478698"/>
                    <a:pt x="0" y="314624"/>
                    <a:pt x="0" y="172139"/>
                  </a:cubicBezTo>
                  <a:cubicBezTo>
                    <a:pt x="0" y="29653"/>
                    <a:pt x="83564" y="-37991"/>
                    <a:pt x="186578" y="21738"/>
                  </a:cubicBezTo>
                  <a:cubicBezTo>
                    <a:pt x="289592" y="80747"/>
                    <a:pt x="373156" y="244821"/>
                    <a:pt x="373156" y="38730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Google Shape;1275;p46"/>
            <p:cNvSpPr/>
            <p:nvPr/>
          </p:nvSpPr>
          <p:spPr>
            <a:xfrm>
              <a:off x="7473600" y="1200960"/>
              <a:ext cx="466920" cy="1249200"/>
            </a:xfrm>
            <a:custGeom>
              <a:avLst/>
              <a:gdLst/>
              <a:ahLst/>
              <a:rect l="l" t="t" r="r" b="b"/>
              <a:pathLst>
                <a:path w="575582" h="1537051">
                  <a:moveTo>
                    <a:pt x="494179" y="11123"/>
                  </a:moveTo>
                  <a:cubicBezTo>
                    <a:pt x="448796" y="-14783"/>
                    <a:pt x="412777" y="6086"/>
                    <a:pt x="412777" y="57899"/>
                  </a:cubicBezTo>
                  <a:lnTo>
                    <a:pt x="412777" y="760250"/>
                  </a:lnTo>
                  <a:lnTo>
                    <a:pt x="0" y="522055"/>
                  </a:lnTo>
                  <a:lnTo>
                    <a:pt x="0" y="1384882"/>
                  </a:lnTo>
                  <a:cubicBezTo>
                    <a:pt x="0" y="1436695"/>
                    <a:pt x="36739" y="1500022"/>
                    <a:pt x="81403" y="1525928"/>
                  </a:cubicBezTo>
                  <a:cubicBezTo>
                    <a:pt x="126787" y="1551835"/>
                    <a:pt x="162806" y="1530966"/>
                    <a:pt x="162806" y="1479153"/>
                  </a:cubicBezTo>
                  <a:lnTo>
                    <a:pt x="162806" y="804147"/>
                  </a:lnTo>
                  <a:lnTo>
                    <a:pt x="575582" y="1042342"/>
                  </a:lnTo>
                  <a:lnTo>
                    <a:pt x="575582" y="152169"/>
                  </a:lnTo>
                  <a:cubicBezTo>
                    <a:pt x="575582" y="100357"/>
                    <a:pt x="538843" y="37030"/>
                    <a:pt x="494179" y="11123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Google Shape;1276;p46"/>
            <p:cNvSpPr/>
            <p:nvPr/>
          </p:nvSpPr>
          <p:spPr>
            <a:xfrm>
              <a:off x="7723440" y="1101240"/>
              <a:ext cx="298800" cy="448200"/>
            </a:xfrm>
            <a:custGeom>
              <a:avLst/>
              <a:gdLst/>
              <a:ahLst/>
              <a:rect l="l" t="t" r="r" b="b"/>
              <a:pathLst>
                <a:path w="368833" h="552522">
                  <a:moveTo>
                    <a:pt x="368833" y="382406"/>
                  </a:moveTo>
                  <a:cubicBezTo>
                    <a:pt x="368833" y="523451"/>
                    <a:pt x="285990" y="589657"/>
                    <a:pt x="184417" y="531367"/>
                  </a:cubicBezTo>
                  <a:cubicBezTo>
                    <a:pt x="82843" y="472358"/>
                    <a:pt x="0" y="311163"/>
                    <a:pt x="0" y="170117"/>
                  </a:cubicBezTo>
                  <a:cubicBezTo>
                    <a:pt x="0" y="29071"/>
                    <a:pt x="82123" y="-37134"/>
                    <a:pt x="184417" y="21155"/>
                  </a:cubicBezTo>
                  <a:cubicBezTo>
                    <a:pt x="286710" y="80164"/>
                    <a:pt x="368833" y="241360"/>
                    <a:pt x="368833" y="38240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1277;p46"/>
            <p:cNvSpPr/>
            <p:nvPr/>
          </p:nvSpPr>
          <p:spPr>
            <a:xfrm>
              <a:off x="7346160" y="3169080"/>
              <a:ext cx="1170720" cy="1205280"/>
            </a:xfrm>
            <a:custGeom>
              <a:avLst/>
              <a:gdLst/>
              <a:ahLst/>
              <a:rect l="l" t="t" r="r" b="b"/>
              <a:pathLst>
                <a:path w="1440755" h="1483080">
                  <a:moveTo>
                    <a:pt x="1440756" y="1425181"/>
                  </a:moveTo>
                  <a:cubicBezTo>
                    <a:pt x="1440756" y="1373368"/>
                    <a:pt x="1404017" y="1310042"/>
                    <a:pt x="1359353" y="1284135"/>
                  </a:cubicBezTo>
                  <a:lnTo>
                    <a:pt x="718217" y="914250"/>
                  </a:lnTo>
                  <a:lnTo>
                    <a:pt x="718217" y="378131"/>
                  </a:lnTo>
                  <a:lnTo>
                    <a:pt x="81403" y="11124"/>
                  </a:lnTo>
                  <a:cubicBezTo>
                    <a:pt x="36019" y="-14783"/>
                    <a:pt x="0" y="6086"/>
                    <a:pt x="0" y="57899"/>
                  </a:cubicBezTo>
                  <a:cubicBezTo>
                    <a:pt x="0" y="109711"/>
                    <a:pt x="36739" y="173039"/>
                    <a:pt x="81403" y="198945"/>
                  </a:cubicBezTo>
                  <a:lnTo>
                    <a:pt x="555412" y="472401"/>
                  </a:lnTo>
                  <a:lnTo>
                    <a:pt x="555412" y="1008520"/>
                  </a:lnTo>
                  <a:lnTo>
                    <a:pt x="1360074" y="1471957"/>
                  </a:lnTo>
                  <a:cubicBezTo>
                    <a:pt x="1404737" y="1497863"/>
                    <a:pt x="1440756" y="1476994"/>
                    <a:pt x="1440756" y="142518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Google Shape;1278;p46"/>
            <p:cNvSpPr/>
            <p:nvPr/>
          </p:nvSpPr>
          <p:spPr>
            <a:xfrm>
              <a:off x="7193880" y="3412800"/>
              <a:ext cx="131400" cy="1557000"/>
            </a:xfrm>
            <a:custGeom>
              <a:avLst/>
              <a:gdLst/>
              <a:ahLst/>
              <a:rect l="l" t="t" r="r" b="b"/>
              <a:pathLst>
                <a:path w="162805" h="1915573">
                  <a:moveTo>
                    <a:pt x="81403" y="1904450"/>
                  </a:moveTo>
                  <a:cubicBezTo>
                    <a:pt x="36019" y="1878543"/>
                    <a:pt x="0" y="1815217"/>
                    <a:pt x="0" y="1763404"/>
                  </a:cubicBezTo>
                  <a:lnTo>
                    <a:pt x="0" y="57899"/>
                  </a:lnTo>
                  <a:cubicBezTo>
                    <a:pt x="0" y="6086"/>
                    <a:pt x="36739" y="-14783"/>
                    <a:pt x="81403" y="11124"/>
                  </a:cubicBezTo>
                  <a:cubicBezTo>
                    <a:pt x="126787" y="37030"/>
                    <a:pt x="162806" y="100356"/>
                    <a:pt x="162806" y="152169"/>
                  </a:cubicBezTo>
                  <a:lnTo>
                    <a:pt x="162806" y="1857674"/>
                  </a:lnTo>
                  <a:cubicBezTo>
                    <a:pt x="162806" y="1909487"/>
                    <a:pt x="126066" y="1930356"/>
                    <a:pt x="81403" y="190445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Google Shape;1279;p46"/>
            <p:cNvSpPr/>
            <p:nvPr/>
          </p:nvSpPr>
          <p:spPr>
            <a:xfrm>
              <a:off x="8292600" y="4060800"/>
              <a:ext cx="302400" cy="453960"/>
            </a:xfrm>
            <a:custGeom>
              <a:avLst/>
              <a:gdLst/>
              <a:ahLst/>
              <a:rect l="l" t="t" r="r" b="b"/>
              <a:pathLst>
                <a:path w="373156" h="559444">
                  <a:moveTo>
                    <a:pt x="373156" y="387306"/>
                  </a:moveTo>
                  <a:cubicBezTo>
                    <a:pt x="373156" y="529791"/>
                    <a:pt x="289592" y="597436"/>
                    <a:pt x="186578" y="537707"/>
                  </a:cubicBezTo>
                  <a:cubicBezTo>
                    <a:pt x="83564" y="478698"/>
                    <a:pt x="0" y="314624"/>
                    <a:pt x="0" y="172139"/>
                  </a:cubicBezTo>
                  <a:cubicBezTo>
                    <a:pt x="0" y="29653"/>
                    <a:pt x="83564" y="-37991"/>
                    <a:pt x="186578" y="21738"/>
                  </a:cubicBezTo>
                  <a:cubicBezTo>
                    <a:pt x="289592" y="80747"/>
                    <a:pt x="373156" y="244821"/>
                    <a:pt x="373156" y="38730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Google Shape;1280;p46"/>
            <p:cNvSpPr/>
            <p:nvPr/>
          </p:nvSpPr>
          <p:spPr>
            <a:xfrm>
              <a:off x="5359320" y="2053440"/>
              <a:ext cx="952920" cy="2314440"/>
            </a:xfrm>
            <a:custGeom>
              <a:avLst/>
              <a:gdLst/>
              <a:ahLst/>
              <a:rect l="l" t="t" r="r" b="b"/>
              <a:pathLst>
                <a:path w="1172775" h="2846825">
                  <a:moveTo>
                    <a:pt x="0" y="0"/>
                  </a:moveTo>
                  <a:lnTo>
                    <a:pt x="1172776" y="676445"/>
                  </a:lnTo>
                  <a:lnTo>
                    <a:pt x="1172776" y="2846826"/>
                  </a:lnTo>
                  <a:lnTo>
                    <a:pt x="0" y="217038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Google Shape;1281;p46"/>
            <p:cNvSpPr/>
            <p:nvPr/>
          </p:nvSpPr>
          <p:spPr>
            <a:xfrm>
              <a:off x="5510160" y="3172680"/>
              <a:ext cx="567360" cy="396360"/>
            </a:xfrm>
            <a:custGeom>
              <a:avLst/>
              <a:gdLst/>
              <a:ahLst/>
              <a:rect l="l" t="t" r="r" b="b"/>
              <a:pathLst>
                <a:path w="698766" h="488623">
                  <a:moveTo>
                    <a:pt x="0" y="0"/>
                  </a:moveTo>
                  <a:lnTo>
                    <a:pt x="698767" y="402988"/>
                  </a:lnTo>
                  <a:lnTo>
                    <a:pt x="698767" y="488624"/>
                  </a:lnTo>
                  <a:lnTo>
                    <a:pt x="0" y="85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1282;p46"/>
            <p:cNvSpPr/>
            <p:nvPr/>
          </p:nvSpPr>
          <p:spPr>
            <a:xfrm>
              <a:off x="5569200" y="3343680"/>
              <a:ext cx="449640" cy="328320"/>
            </a:xfrm>
            <a:custGeom>
              <a:avLst/>
              <a:gdLst/>
              <a:ahLst/>
              <a:rect l="l" t="t" r="r" b="b"/>
              <a:pathLst>
                <a:path w="553970" h="405147">
                  <a:moveTo>
                    <a:pt x="0" y="0"/>
                  </a:moveTo>
                  <a:lnTo>
                    <a:pt x="553971" y="319512"/>
                  </a:lnTo>
                  <a:lnTo>
                    <a:pt x="553971" y="405147"/>
                  </a:lnTo>
                  <a:lnTo>
                    <a:pt x="0" y="85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Google Shape;1283;p46"/>
            <p:cNvSpPr/>
            <p:nvPr/>
          </p:nvSpPr>
          <p:spPr>
            <a:xfrm>
              <a:off x="5060880" y="3275640"/>
              <a:ext cx="662760" cy="578880"/>
            </a:xfrm>
            <a:custGeom>
              <a:avLst/>
              <a:gdLst/>
              <a:ahLst/>
              <a:rect l="l" t="t" r="r" b="b"/>
              <a:pathLst>
                <a:path w="816188" h="713145">
                  <a:moveTo>
                    <a:pt x="815468" y="470633"/>
                  </a:moveTo>
                  <a:lnTo>
                    <a:pt x="0" y="0"/>
                  </a:lnTo>
                  <a:lnTo>
                    <a:pt x="0" y="242513"/>
                  </a:lnTo>
                  <a:lnTo>
                    <a:pt x="816188" y="713146"/>
                  </a:lnTo>
                  <a:lnTo>
                    <a:pt x="815468" y="470633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Google Shape;1284;p46"/>
            <p:cNvSpPr/>
            <p:nvPr/>
          </p:nvSpPr>
          <p:spPr>
            <a:xfrm>
              <a:off x="5613120" y="2681280"/>
              <a:ext cx="428400" cy="212400"/>
            </a:xfrm>
            <a:custGeom>
              <a:avLst/>
              <a:gdLst/>
              <a:ahLst/>
              <a:rect l="l" t="t" r="r" b="b"/>
              <a:pathLst>
                <a:path w="528037" h="262662">
                  <a:moveTo>
                    <a:pt x="528037" y="118738"/>
                  </a:moveTo>
                  <a:lnTo>
                    <a:pt x="345781" y="262662"/>
                  </a:lnTo>
                  <a:lnTo>
                    <a:pt x="223317" y="105785"/>
                  </a:lnTo>
                  <a:lnTo>
                    <a:pt x="63393" y="243952"/>
                  </a:lnTo>
                  <a:lnTo>
                    <a:pt x="0" y="197896"/>
                  </a:lnTo>
                  <a:lnTo>
                    <a:pt x="235564" y="0"/>
                  </a:lnTo>
                  <a:lnTo>
                    <a:pt x="355146" y="156878"/>
                  </a:lnTo>
                  <a:lnTo>
                    <a:pt x="486976" y="59009"/>
                  </a:lnTo>
                  <a:lnTo>
                    <a:pt x="528037" y="118738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Google Shape;1285;p46"/>
            <p:cNvSpPr/>
            <p:nvPr/>
          </p:nvSpPr>
          <p:spPr>
            <a:xfrm>
              <a:off x="5980320" y="2595960"/>
              <a:ext cx="171000" cy="257760"/>
            </a:xfrm>
            <a:custGeom>
              <a:avLst/>
              <a:gdLst/>
              <a:ahLst/>
              <a:rect l="l" t="t" r="r" b="b"/>
              <a:pathLst>
                <a:path w="211791" h="318255">
                  <a:moveTo>
                    <a:pt x="211791" y="220296"/>
                  </a:moveTo>
                  <a:cubicBezTo>
                    <a:pt x="211791" y="301613"/>
                    <a:pt x="164246" y="339753"/>
                    <a:pt x="105896" y="305931"/>
                  </a:cubicBezTo>
                  <a:cubicBezTo>
                    <a:pt x="47545" y="272109"/>
                    <a:pt x="0" y="179277"/>
                    <a:pt x="0" y="97960"/>
                  </a:cubicBezTo>
                  <a:cubicBezTo>
                    <a:pt x="0" y="16643"/>
                    <a:pt x="47545" y="-21497"/>
                    <a:pt x="105896" y="12325"/>
                  </a:cubicBezTo>
                  <a:cubicBezTo>
                    <a:pt x="164246" y="46147"/>
                    <a:pt x="211791" y="139698"/>
                    <a:pt x="211791" y="2202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Google Shape;1286;p46"/>
            <p:cNvSpPr/>
            <p:nvPr/>
          </p:nvSpPr>
          <p:spPr>
            <a:xfrm>
              <a:off x="5537520" y="2723400"/>
              <a:ext cx="171000" cy="257760"/>
            </a:xfrm>
            <a:custGeom>
              <a:avLst/>
              <a:gdLst/>
              <a:ahLst/>
              <a:rect l="l" t="t" r="r" b="b"/>
              <a:pathLst>
                <a:path w="211791" h="318255">
                  <a:moveTo>
                    <a:pt x="211791" y="220296"/>
                  </a:moveTo>
                  <a:cubicBezTo>
                    <a:pt x="211791" y="301613"/>
                    <a:pt x="164246" y="339753"/>
                    <a:pt x="105896" y="305931"/>
                  </a:cubicBezTo>
                  <a:cubicBezTo>
                    <a:pt x="47545" y="272109"/>
                    <a:pt x="0" y="179278"/>
                    <a:pt x="0" y="97960"/>
                  </a:cubicBezTo>
                  <a:cubicBezTo>
                    <a:pt x="0" y="16643"/>
                    <a:pt x="47545" y="-21497"/>
                    <a:pt x="105896" y="12325"/>
                  </a:cubicBezTo>
                  <a:cubicBezTo>
                    <a:pt x="164246" y="46147"/>
                    <a:pt x="211791" y="138978"/>
                    <a:pt x="211791" y="22029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1287;p46"/>
            <p:cNvSpPr/>
            <p:nvPr/>
          </p:nvSpPr>
          <p:spPr>
            <a:xfrm>
              <a:off x="7723440" y="2682360"/>
              <a:ext cx="905760" cy="993960"/>
            </a:xfrm>
            <a:custGeom>
              <a:avLst/>
              <a:gdLst/>
              <a:ahLst/>
              <a:rect l="l" t="t" r="r" b="b"/>
              <a:pathLst>
                <a:path w="1115145" h="1223357">
                  <a:moveTo>
                    <a:pt x="1115145" y="643342"/>
                  </a:moveTo>
                  <a:lnTo>
                    <a:pt x="0" y="0"/>
                  </a:lnTo>
                  <a:lnTo>
                    <a:pt x="0" y="580015"/>
                  </a:lnTo>
                  <a:lnTo>
                    <a:pt x="1115145" y="1223358"/>
                  </a:lnTo>
                  <a:lnTo>
                    <a:pt x="1115145" y="643342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Google Shape;1288;p46"/>
            <p:cNvSpPr/>
            <p:nvPr/>
          </p:nvSpPr>
          <p:spPr>
            <a:xfrm>
              <a:off x="7954920" y="2930040"/>
              <a:ext cx="271800" cy="213120"/>
            </a:xfrm>
            <a:custGeom>
              <a:avLst/>
              <a:gdLst/>
              <a:ahLst/>
              <a:rect l="l" t="t" r="r" b="b"/>
              <a:pathLst>
                <a:path w="335696" h="263381">
                  <a:moveTo>
                    <a:pt x="0" y="0"/>
                  </a:moveTo>
                  <a:lnTo>
                    <a:pt x="335696" y="193578"/>
                  </a:lnTo>
                  <a:lnTo>
                    <a:pt x="335696" y="263382"/>
                  </a:lnTo>
                  <a:lnTo>
                    <a:pt x="0" y="6908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Google Shape;1289;p46"/>
            <p:cNvSpPr/>
            <p:nvPr/>
          </p:nvSpPr>
          <p:spPr>
            <a:xfrm>
              <a:off x="7955640" y="3043080"/>
              <a:ext cx="579960" cy="390960"/>
            </a:xfrm>
            <a:custGeom>
              <a:avLst/>
              <a:gdLst/>
              <a:ahLst/>
              <a:rect l="l" t="t" r="r" b="b"/>
              <a:pathLst>
                <a:path w="714614" h="482146">
                  <a:moveTo>
                    <a:pt x="0" y="0"/>
                  </a:moveTo>
                  <a:lnTo>
                    <a:pt x="714615" y="411624"/>
                  </a:lnTo>
                  <a:lnTo>
                    <a:pt x="714615" y="482147"/>
                  </a:lnTo>
                  <a:lnTo>
                    <a:pt x="0" y="7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Google Shape;1290;p46"/>
            <p:cNvSpPr/>
            <p:nvPr/>
          </p:nvSpPr>
          <p:spPr>
            <a:xfrm>
              <a:off x="7804800" y="2840760"/>
              <a:ext cx="101880" cy="151920"/>
            </a:xfrm>
            <a:custGeom>
              <a:avLst/>
              <a:gdLst/>
              <a:ahLst/>
              <a:rect l="l" t="t" r="r" b="b"/>
              <a:pathLst>
                <a:path w="126786" h="188049">
                  <a:moveTo>
                    <a:pt x="126787" y="130366"/>
                  </a:moveTo>
                  <a:cubicBezTo>
                    <a:pt x="126787" y="177861"/>
                    <a:pt x="98692" y="200889"/>
                    <a:pt x="63393" y="180739"/>
                  </a:cubicBezTo>
                  <a:cubicBezTo>
                    <a:pt x="28095" y="160590"/>
                    <a:pt x="0" y="105179"/>
                    <a:pt x="0" y="57684"/>
                  </a:cubicBezTo>
                  <a:cubicBezTo>
                    <a:pt x="0" y="10189"/>
                    <a:pt x="28095" y="-12839"/>
                    <a:pt x="63393" y="7310"/>
                  </a:cubicBezTo>
                  <a:cubicBezTo>
                    <a:pt x="98692" y="27460"/>
                    <a:pt x="126787" y="82870"/>
                    <a:pt x="126787" y="13036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" name="Google Shape;1291;p46"/>
            <p:cNvSpPr/>
            <p:nvPr/>
          </p:nvSpPr>
          <p:spPr>
            <a:xfrm>
              <a:off x="5403240" y="1243800"/>
              <a:ext cx="905760" cy="993960"/>
            </a:xfrm>
            <a:custGeom>
              <a:avLst/>
              <a:gdLst/>
              <a:ahLst/>
              <a:rect l="l" t="t" r="r" b="b"/>
              <a:pathLst>
                <a:path w="1115145" h="1223357">
                  <a:moveTo>
                    <a:pt x="1115145" y="643342"/>
                  </a:moveTo>
                  <a:lnTo>
                    <a:pt x="0" y="0"/>
                  </a:lnTo>
                  <a:lnTo>
                    <a:pt x="0" y="580016"/>
                  </a:lnTo>
                  <a:lnTo>
                    <a:pt x="1115145" y="1223358"/>
                  </a:lnTo>
                  <a:lnTo>
                    <a:pt x="1115145" y="643342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1292;p46"/>
            <p:cNvSpPr/>
            <p:nvPr/>
          </p:nvSpPr>
          <p:spPr>
            <a:xfrm>
              <a:off x="5634720" y="1491120"/>
              <a:ext cx="271800" cy="213120"/>
            </a:xfrm>
            <a:custGeom>
              <a:avLst/>
              <a:gdLst/>
              <a:ahLst/>
              <a:rect l="l" t="t" r="r" b="b"/>
              <a:pathLst>
                <a:path w="335696" h="263381">
                  <a:moveTo>
                    <a:pt x="0" y="0"/>
                  </a:moveTo>
                  <a:lnTo>
                    <a:pt x="335696" y="193578"/>
                  </a:lnTo>
                  <a:lnTo>
                    <a:pt x="335696" y="263382"/>
                  </a:lnTo>
                  <a:lnTo>
                    <a:pt x="0" y="69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Google Shape;1293;p46"/>
            <p:cNvSpPr/>
            <p:nvPr/>
          </p:nvSpPr>
          <p:spPr>
            <a:xfrm>
              <a:off x="5635080" y="1604520"/>
              <a:ext cx="579960" cy="390960"/>
            </a:xfrm>
            <a:custGeom>
              <a:avLst/>
              <a:gdLst/>
              <a:ahLst/>
              <a:rect l="l" t="t" r="r" b="b"/>
              <a:pathLst>
                <a:path w="714615" h="482146">
                  <a:moveTo>
                    <a:pt x="0" y="0"/>
                  </a:moveTo>
                  <a:lnTo>
                    <a:pt x="714615" y="411624"/>
                  </a:lnTo>
                  <a:lnTo>
                    <a:pt x="714615" y="482147"/>
                  </a:lnTo>
                  <a:lnTo>
                    <a:pt x="0" y="70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Google Shape;1294;p46"/>
            <p:cNvSpPr/>
            <p:nvPr/>
          </p:nvSpPr>
          <p:spPr>
            <a:xfrm>
              <a:off x="5484600" y="1401840"/>
              <a:ext cx="101880" cy="151920"/>
            </a:xfrm>
            <a:custGeom>
              <a:avLst/>
              <a:gdLst/>
              <a:ahLst/>
              <a:rect l="l" t="t" r="r" b="b"/>
              <a:pathLst>
                <a:path w="126786" h="188049">
                  <a:moveTo>
                    <a:pt x="126787" y="130366"/>
                  </a:moveTo>
                  <a:cubicBezTo>
                    <a:pt x="126787" y="177860"/>
                    <a:pt x="98692" y="200888"/>
                    <a:pt x="63393" y="180739"/>
                  </a:cubicBezTo>
                  <a:cubicBezTo>
                    <a:pt x="28095" y="160590"/>
                    <a:pt x="0" y="105179"/>
                    <a:pt x="0" y="57684"/>
                  </a:cubicBezTo>
                  <a:cubicBezTo>
                    <a:pt x="0" y="10189"/>
                    <a:pt x="28095" y="-12839"/>
                    <a:pt x="63393" y="7310"/>
                  </a:cubicBezTo>
                  <a:cubicBezTo>
                    <a:pt x="97971" y="27459"/>
                    <a:pt x="126787" y="82870"/>
                    <a:pt x="126787" y="13036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" name="Google Shape;1295;p46"/>
            <p:cNvSpPr/>
            <p:nvPr/>
          </p:nvSpPr>
          <p:spPr>
            <a:xfrm>
              <a:off x="6754320" y="2011320"/>
              <a:ext cx="748800" cy="1124640"/>
            </a:xfrm>
            <a:custGeom>
              <a:avLst/>
              <a:gdLst/>
              <a:ahLst/>
              <a:rect l="l" t="t" r="r" b="b"/>
              <a:pathLst>
                <a:path w="922083" h="1383901">
                  <a:moveTo>
                    <a:pt x="922084" y="957851"/>
                  </a:moveTo>
                  <a:cubicBezTo>
                    <a:pt x="922084" y="1310466"/>
                    <a:pt x="715336" y="1477418"/>
                    <a:pt x="461042" y="1330616"/>
                  </a:cubicBezTo>
                  <a:cubicBezTo>
                    <a:pt x="206028" y="1183813"/>
                    <a:pt x="0" y="778665"/>
                    <a:pt x="0" y="426050"/>
                  </a:cubicBezTo>
                  <a:cubicBezTo>
                    <a:pt x="0" y="73435"/>
                    <a:pt x="206749" y="-93517"/>
                    <a:pt x="461042" y="53286"/>
                  </a:cubicBezTo>
                  <a:cubicBezTo>
                    <a:pt x="716056" y="200089"/>
                    <a:pt x="922084" y="605236"/>
                    <a:pt x="922084" y="957851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0" name="Google Shape;1296;p46"/>
            <p:cNvSpPr/>
            <p:nvPr/>
          </p:nvSpPr>
          <p:spPr>
            <a:xfrm>
              <a:off x="6894720" y="2508120"/>
              <a:ext cx="100800" cy="137880"/>
            </a:xfrm>
            <a:custGeom>
              <a:avLst/>
              <a:gdLst/>
              <a:ahLst/>
              <a:rect l="l" t="t" r="r" b="b"/>
              <a:pathLst>
                <a:path w="125345" h="170952">
                  <a:moveTo>
                    <a:pt x="106616" y="170551"/>
                  </a:moveTo>
                  <a:cubicBezTo>
                    <a:pt x="118862" y="166952"/>
                    <a:pt x="125346" y="153999"/>
                    <a:pt x="125346" y="131691"/>
                  </a:cubicBezTo>
                  <a:cubicBezTo>
                    <a:pt x="125346" y="108663"/>
                    <a:pt x="118862" y="88514"/>
                    <a:pt x="106616" y="71962"/>
                  </a:cubicBezTo>
                  <a:cubicBezTo>
                    <a:pt x="93649" y="55411"/>
                    <a:pt x="74920" y="39579"/>
                    <a:pt x="50426" y="25907"/>
                  </a:cubicBezTo>
                  <a:cubicBezTo>
                    <a:pt x="42502" y="21589"/>
                    <a:pt x="33858" y="16552"/>
                    <a:pt x="24493" y="12234"/>
                  </a:cubicBezTo>
                  <a:cubicBezTo>
                    <a:pt x="15128" y="7196"/>
                    <a:pt x="7204" y="2879"/>
                    <a:pt x="0" y="0"/>
                  </a:cubicBezTo>
                  <a:lnTo>
                    <a:pt x="0" y="123775"/>
                  </a:lnTo>
                  <a:lnTo>
                    <a:pt x="45384" y="149682"/>
                  </a:lnTo>
                  <a:cubicBezTo>
                    <a:pt x="74199" y="166233"/>
                    <a:pt x="94370" y="172709"/>
                    <a:pt x="106616" y="170551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" name="Google Shape;1297;p46"/>
            <p:cNvSpPr/>
            <p:nvPr/>
          </p:nvSpPr>
          <p:spPr>
            <a:xfrm>
              <a:off x="6894000" y="2687760"/>
              <a:ext cx="113760" cy="162360"/>
            </a:xfrm>
            <a:custGeom>
              <a:avLst/>
              <a:gdLst/>
              <a:ahLst/>
              <a:rect l="l" t="t" r="r" b="b"/>
              <a:pathLst>
                <a:path w="141193" h="200941">
                  <a:moveTo>
                    <a:pt x="58350" y="33822"/>
                  </a:moveTo>
                  <a:lnTo>
                    <a:pt x="0" y="0"/>
                  </a:lnTo>
                  <a:lnTo>
                    <a:pt x="0" y="148242"/>
                  </a:lnTo>
                  <a:cubicBezTo>
                    <a:pt x="7204" y="153279"/>
                    <a:pt x="14408" y="158317"/>
                    <a:pt x="21611" y="162634"/>
                  </a:cubicBezTo>
                  <a:cubicBezTo>
                    <a:pt x="29535" y="167672"/>
                    <a:pt x="38180" y="172709"/>
                    <a:pt x="47545" y="178466"/>
                  </a:cubicBezTo>
                  <a:cubicBezTo>
                    <a:pt x="75640" y="194298"/>
                    <a:pt x="97971" y="202214"/>
                    <a:pt x="115261" y="200774"/>
                  </a:cubicBezTo>
                  <a:cubicBezTo>
                    <a:pt x="132550" y="200055"/>
                    <a:pt x="141194" y="184223"/>
                    <a:pt x="141194" y="154719"/>
                  </a:cubicBezTo>
                  <a:cubicBezTo>
                    <a:pt x="141194" y="128812"/>
                    <a:pt x="133990" y="105784"/>
                    <a:pt x="119583" y="86355"/>
                  </a:cubicBezTo>
                  <a:cubicBezTo>
                    <a:pt x="105175" y="66925"/>
                    <a:pt x="85005" y="48934"/>
                    <a:pt x="58350" y="33822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" name="Google Shape;1298;p46"/>
            <p:cNvSpPr/>
            <p:nvPr/>
          </p:nvSpPr>
          <p:spPr>
            <a:xfrm>
              <a:off x="6580440" y="2127960"/>
              <a:ext cx="748800" cy="1124640"/>
            </a:xfrm>
            <a:custGeom>
              <a:avLst/>
              <a:gdLst/>
              <a:ahLst/>
              <a:rect l="l" t="t" r="r" b="b"/>
              <a:pathLst>
                <a:path w="922083" h="1383901">
                  <a:moveTo>
                    <a:pt x="461042" y="53286"/>
                  </a:moveTo>
                  <a:cubicBezTo>
                    <a:pt x="206028" y="-93517"/>
                    <a:pt x="0" y="73435"/>
                    <a:pt x="0" y="426050"/>
                  </a:cubicBezTo>
                  <a:cubicBezTo>
                    <a:pt x="0" y="778665"/>
                    <a:pt x="206749" y="1183813"/>
                    <a:pt x="461042" y="1330616"/>
                  </a:cubicBezTo>
                  <a:cubicBezTo>
                    <a:pt x="716056" y="1477418"/>
                    <a:pt x="922084" y="1310466"/>
                    <a:pt x="922084" y="957851"/>
                  </a:cubicBezTo>
                  <a:cubicBezTo>
                    <a:pt x="922084" y="605236"/>
                    <a:pt x="715335" y="200089"/>
                    <a:pt x="461042" y="53286"/>
                  </a:cubicBezTo>
                  <a:close/>
                  <a:moveTo>
                    <a:pt x="574862" y="1010384"/>
                  </a:moveTo>
                  <a:cubicBezTo>
                    <a:pt x="550369" y="1019739"/>
                    <a:pt x="516511" y="1014701"/>
                    <a:pt x="473289" y="995271"/>
                  </a:cubicBezTo>
                  <a:lnTo>
                    <a:pt x="473289" y="1081626"/>
                  </a:lnTo>
                  <a:lnTo>
                    <a:pt x="384682" y="1030533"/>
                  </a:lnTo>
                  <a:lnTo>
                    <a:pt x="384682" y="944898"/>
                  </a:lnTo>
                  <a:cubicBezTo>
                    <a:pt x="378199" y="941300"/>
                    <a:pt x="372436" y="936982"/>
                    <a:pt x="365952" y="932664"/>
                  </a:cubicBezTo>
                  <a:cubicBezTo>
                    <a:pt x="343620" y="917552"/>
                    <a:pt x="320568" y="899562"/>
                    <a:pt x="296075" y="878692"/>
                  </a:cubicBezTo>
                  <a:lnTo>
                    <a:pt x="296075" y="321705"/>
                  </a:lnTo>
                  <a:cubicBezTo>
                    <a:pt x="314805" y="327462"/>
                    <a:pt x="335696" y="336098"/>
                    <a:pt x="358748" y="346892"/>
                  </a:cubicBezTo>
                  <a:cubicBezTo>
                    <a:pt x="367393" y="350490"/>
                    <a:pt x="376037" y="354808"/>
                    <a:pt x="384682" y="359126"/>
                  </a:cubicBezTo>
                  <a:lnTo>
                    <a:pt x="384682" y="273490"/>
                  </a:lnTo>
                  <a:lnTo>
                    <a:pt x="473289" y="324584"/>
                  </a:lnTo>
                  <a:lnTo>
                    <a:pt x="472568" y="412377"/>
                  </a:lnTo>
                  <a:cubicBezTo>
                    <a:pt x="479772" y="418134"/>
                    <a:pt x="486976" y="423172"/>
                    <a:pt x="493459" y="428929"/>
                  </a:cubicBezTo>
                  <a:cubicBezTo>
                    <a:pt x="515791" y="446919"/>
                    <a:pt x="535241" y="467069"/>
                    <a:pt x="551089" y="488658"/>
                  </a:cubicBezTo>
                  <a:cubicBezTo>
                    <a:pt x="566938" y="510246"/>
                    <a:pt x="579184" y="534713"/>
                    <a:pt x="587829" y="560620"/>
                  </a:cubicBezTo>
                  <a:cubicBezTo>
                    <a:pt x="597193" y="586526"/>
                    <a:pt x="601516" y="614591"/>
                    <a:pt x="601516" y="644815"/>
                  </a:cubicBezTo>
                  <a:cubicBezTo>
                    <a:pt x="601516" y="690871"/>
                    <a:pt x="585667" y="718217"/>
                    <a:pt x="553971" y="726133"/>
                  </a:cubicBezTo>
                  <a:cubicBezTo>
                    <a:pt x="580625" y="754918"/>
                    <a:pt x="598634" y="783703"/>
                    <a:pt x="607999" y="813207"/>
                  </a:cubicBezTo>
                  <a:cubicBezTo>
                    <a:pt x="617364" y="841992"/>
                    <a:pt x="622407" y="872216"/>
                    <a:pt x="622407" y="901720"/>
                  </a:cubicBezTo>
                  <a:cubicBezTo>
                    <a:pt x="622407" y="962169"/>
                    <a:pt x="606558" y="998150"/>
                    <a:pt x="574862" y="1010384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10196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855360" y="1533960"/>
            <a:ext cx="5109840" cy="11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ff9e44"/>
                </a:solidFill>
                <a:latin typeface="Barlow"/>
                <a:ea typeface="Barlow"/>
              </a:rPr>
              <a:t>0. Base de datos</a:t>
            </a:r>
            <a:endParaRPr b="0" lang="es-ES" sz="3600" spc="-1" strike="noStrike"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subTitle"/>
          </p:nvPr>
        </p:nvSpPr>
        <p:spPr>
          <a:xfrm>
            <a:off x="855360" y="2714400"/>
            <a:ext cx="510984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Añadir los nuevos campos.</a:t>
            </a:r>
            <a:endParaRPr b="0" lang="es-ES" sz="2400" spc="-1" strike="noStrike">
              <a:latin typeface="Arial"/>
            </a:endParaRPr>
          </a:p>
        </p:txBody>
      </p:sp>
      <p:grpSp>
        <p:nvGrpSpPr>
          <p:cNvPr id="335" name="Grupo 2"/>
          <p:cNvGrpSpPr/>
          <p:nvPr/>
        </p:nvGrpSpPr>
        <p:grpSpPr>
          <a:xfrm>
            <a:off x="5676840" y="1130400"/>
            <a:ext cx="3045600" cy="2867760"/>
            <a:chOff x="5676840" y="1130400"/>
            <a:chExt cx="3045600" cy="2867760"/>
          </a:xfrm>
        </p:grpSpPr>
        <p:sp>
          <p:nvSpPr>
            <p:cNvPr id="336" name="Google Shape;851;p 4"/>
            <p:cNvSpPr/>
            <p:nvPr/>
          </p:nvSpPr>
          <p:spPr>
            <a:xfrm>
              <a:off x="6284880" y="1465560"/>
              <a:ext cx="747720" cy="806760"/>
            </a:xfrm>
            <a:custGeom>
              <a:avLst/>
              <a:gdLst/>
              <a:ahLst/>
              <a:rect l="l" t="t" r="r" b="b"/>
              <a:pathLst>
                <a:path w="1784563" h="1925515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Google Shape;852;p 4"/>
            <p:cNvSpPr/>
            <p:nvPr/>
          </p:nvSpPr>
          <p:spPr>
            <a:xfrm>
              <a:off x="6477480" y="166608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Google Shape;853;p 4"/>
            <p:cNvSpPr/>
            <p:nvPr/>
          </p:nvSpPr>
          <p:spPr>
            <a:xfrm>
              <a:off x="6476760" y="17586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Google Shape;854;p 4"/>
            <p:cNvSpPr/>
            <p:nvPr/>
          </p:nvSpPr>
          <p:spPr>
            <a:xfrm>
              <a:off x="6353640" y="159372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Google Shape;855;p 4"/>
            <p:cNvSpPr/>
            <p:nvPr/>
          </p:nvSpPr>
          <p:spPr>
            <a:xfrm>
              <a:off x="7975080" y="3191400"/>
              <a:ext cx="747360" cy="806760"/>
            </a:xfrm>
            <a:custGeom>
              <a:avLst/>
              <a:gdLst/>
              <a:ahLst/>
              <a:rect l="l" t="t" r="r" b="b"/>
              <a:pathLst>
                <a:path w="1783739" h="1925515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Google Shape;856;p 4"/>
            <p:cNvSpPr/>
            <p:nvPr/>
          </p:nvSpPr>
          <p:spPr>
            <a:xfrm>
              <a:off x="8167680" y="339192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Google Shape;857;p 4"/>
            <p:cNvSpPr/>
            <p:nvPr/>
          </p:nvSpPr>
          <p:spPr>
            <a:xfrm>
              <a:off x="8166960" y="34848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Google Shape;858;p 4"/>
            <p:cNvSpPr/>
            <p:nvPr/>
          </p:nvSpPr>
          <p:spPr>
            <a:xfrm>
              <a:off x="8043840" y="331956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Google Shape;859;p 4"/>
            <p:cNvSpPr/>
            <p:nvPr/>
          </p:nvSpPr>
          <p:spPr>
            <a:xfrm>
              <a:off x="7262640" y="113040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5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Google Shape;860;p 4"/>
            <p:cNvSpPr/>
            <p:nvPr/>
          </p:nvSpPr>
          <p:spPr>
            <a:xfrm>
              <a:off x="7091640" y="124416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4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Google Shape;861;p 4"/>
            <p:cNvSpPr/>
            <p:nvPr/>
          </p:nvSpPr>
          <p:spPr>
            <a:xfrm>
              <a:off x="7667280" y="1259280"/>
              <a:ext cx="604080" cy="1959840"/>
            </a:xfrm>
            <a:custGeom>
              <a:avLst/>
              <a:gdLst/>
              <a:ahLst/>
              <a:rect l="l" t="t" r="r" b="b"/>
              <a:pathLst>
                <a:path w="1442487" h="4672836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Google Shape;862;p 4"/>
            <p:cNvSpPr/>
            <p:nvPr/>
          </p:nvSpPr>
          <p:spPr>
            <a:xfrm>
              <a:off x="6937200" y="2296800"/>
              <a:ext cx="693360" cy="1656360"/>
            </a:xfrm>
            <a:custGeom>
              <a:avLst/>
              <a:gdLst/>
              <a:ahLst/>
              <a:rect l="l" t="t" r="r" b="b"/>
              <a:pathLst>
                <a:path w="1655151" h="3949944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Google Shape;863;p 4"/>
            <p:cNvSpPr/>
            <p:nvPr/>
          </p:nvSpPr>
          <p:spPr>
            <a:xfrm>
              <a:off x="7026840" y="3040200"/>
              <a:ext cx="523440" cy="744120"/>
            </a:xfrm>
            <a:custGeom>
              <a:avLst/>
              <a:gdLst/>
              <a:ahLst/>
              <a:rect l="l" t="t" r="r" b="b"/>
              <a:pathLst>
                <a:path w="1250431" h="177632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864;p 4"/>
            <p:cNvSpPr/>
            <p:nvPr/>
          </p:nvSpPr>
          <p:spPr>
            <a:xfrm>
              <a:off x="7036200" y="273672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Google Shape;865;p 4"/>
            <p:cNvSpPr/>
            <p:nvPr/>
          </p:nvSpPr>
          <p:spPr>
            <a:xfrm>
              <a:off x="7037280" y="282960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Google Shape;866;p 4"/>
            <p:cNvSpPr/>
            <p:nvPr/>
          </p:nvSpPr>
          <p:spPr>
            <a:xfrm>
              <a:off x="7036920" y="2919240"/>
              <a:ext cx="458280" cy="298800"/>
            </a:xfrm>
            <a:custGeom>
              <a:avLst/>
              <a:gdLst/>
              <a:ahLst/>
              <a:rect l="l" t="t" r="r" b="b"/>
              <a:pathLst>
                <a:path w="1094642" h="714649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867;p 4"/>
            <p:cNvSpPr/>
            <p:nvPr/>
          </p:nvSpPr>
          <p:spPr>
            <a:xfrm>
              <a:off x="6937200" y="2296800"/>
              <a:ext cx="693720" cy="601560"/>
            </a:xfrm>
            <a:custGeom>
              <a:avLst/>
              <a:gdLst/>
              <a:ahLst/>
              <a:rect l="l" t="t" r="r" b="b"/>
              <a:pathLst>
                <a:path w="1655976" h="1435893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Google Shape;868;p 4"/>
            <p:cNvSpPr/>
            <p:nvPr/>
          </p:nvSpPr>
          <p:spPr>
            <a:xfrm>
              <a:off x="7022160" y="2414160"/>
              <a:ext cx="87120" cy="129240"/>
            </a:xfrm>
            <a:custGeom>
              <a:avLst/>
              <a:gdLst/>
              <a:ahLst/>
              <a:rect l="l" t="t" r="r" b="b"/>
              <a:pathLst>
                <a:path w="210191" h="310309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Google Shape;869;p 4"/>
            <p:cNvSpPr/>
            <p:nvPr/>
          </p:nvSpPr>
          <p:spPr>
            <a:xfrm>
              <a:off x="7347600" y="2846880"/>
              <a:ext cx="470520" cy="447480"/>
            </a:xfrm>
            <a:custGeom>
              <a:avLst/>
              <a:gdLst/>
              <a:ahLst/>
              <a:rect l="l" t="t" r="r" b="b"/>
              <a:pathLst>
                <a:path w="1123491" h="1069089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870;p 4"/>
            <p:cNvSpPr/>
            <p:nvPr/>
          </p:nvSpPr>
          <p:spPr>
            <a:xfrm>
              <a:off x="5785920" y="1645560"/>
              <a:ext cx="1028520" cy="1211400"/>
            </a:xfrm>
            <a:custGeom>
              <a:avLst/>
              <a:gdLst/>
              <a:ahLst/>
              <a:rect l="l" t="t" r="r" b="b"/>
              <a:pathLst>
                <a:path w="2453878" h="2889921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Google Shape;871;p 4"/>
            <p:cNvSpPr/>
            <p:nvPr/>
          </p:nvSpPr>
          <p:spPr>
            <a:xfrm>
              <a:off x="5676840" y="1708560"/>
              <a:ext cx="387360" cy="368640"/>
            </a:xfrm>
            <a:custGeom>
              <a:avLst/>
              <a:gdLst/>
              <a:ahLst/>
              <a:rect l="l" t="t" r="r" b="b"/>
              <a:pathLst>
                <a:path w="925665" h="881154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872;p 4"/>
            <p:cNvSpPr/>
            <p:nvPr/>
          </p:nvSpPr>
          <p:spPr>
            <a:xfrm>
              <a:off x="6323760" y="2086200"/>
              <a:ext cx="224280" cy="176040"/>
            </a:xfrm>
            <a:custGeom>
              <a:avLst/>
              <a:gdLst/>
              <a:ahLst/>
              <a:rect l="l" t="t" r="r" b="b"/>
              <a:pathLst>
                <a:path w="537429" h="42203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873;p 4"/>
            <p:cNvSpPr/>
            <p:nvPr/>
          </p:nvSpPr>
          <p:spPr>
            <a:xfrm>
              <a:off x="6114960" y="2059920"/>
              <a:ext cx="433800" cy="296640"/>
            </a:xfrm>
            <a:custGeom>
              <a:avLst/>
              <a:gdLst/>
              <a:ahLst/>
              <a:rect l="l" t="t" r="r" b="b"/>
              <a:pathLst>
                <a:path w="1036118" h="709704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Google Shape;874;p 4"/>
            <p:cNvSpPr/>
            <p:nvPr/>
          </p:nvSpPr>
          <p:spPr>
            <a:xfrm>
              <a:off x="6023160" y="2100600"/>
              <a:ext cx="525600" cy="349920"/>
            </a:xfrm>
            <a:custGeom>
              <a:avLst/>
              <a:gdLst/>
              <a:ahLst/>
              <a:rect l="l" t="t" r="r" b="b"/>
              <a:pathLst>
                <a:path w="1255376" h="836643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Google Shape;875;p 4"/>
            <p:cNvSpPr/>
            <p:nvPr/>
          </p:nvSpPr>
          <p:spPr>
            <a:xfrm>
              <a:off x="6603480" y="2243880"/>
              <a:ext cx="115920" cy="172800"/>
            </a:xfrm>
            <a:custGeom>
              <a:avLst/>
              <a:gdLst/>
              <a:ahLst/>
              <a:rect l="l" t="t" r="r" b="b"/>
              <a:pathLst>
                <a:path w="278606" h="414354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876;p 4"/>
            <p:cNvSpPr/>
            <p:nvPr/>
          </p:nvSpPr>
          <p:spPr>
            <a:xfrm>
              <a:off x="6337800" y="2783880"/>
              <a:ext cx="288000" cy="392760"/>
            </a:xfrm>
            <a:custGeom>
              <a:avLst/>
              <a:gdLst/>
              <a:ahLst/>
              <a:rect l="l" t="t" r="r" b="b"/>
              <a:pathLst>
                <a:path w="689097" h="938791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743220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BASE DE DATOS (Reserva_huespedes)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8F6E40B4-63BF-4A46-AFE0-285407745CA5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graphicFrame>
        <p:nvGraphicFramePr>
          <p:cNvPr id="364" name="Google Shape;309;p 1"/>
          <p:cNvGraphicFramePr/>
          <p:nvPr/>
        </p:nvGraphicFramePr>
        <p:xfrm>
          <a:off x="855720" y="1564920"/>
          <a:ext cx="7432920" cy="2831760"/>
        </p:xfrm>
        <a:graphic>
          <a:graphicData uri="http://schemas.openxmlformats.org/drawingml/2006/table">
            <a:tbl>
              <a:tblPr/>
              <a:tblGrid>
                <a:gridCol w="1858320"/>
                <a:gridCol w="1858320"/>
                <a:gridCol w="1858320"/>
                <a:gridCol w="1858320"/>
              </a:tblGrid>
              <a:tr h="707760">
                <a:tc>
                  <a:tcPr anchor="ctr" marL="91080" marR="91080">
                    <a:lnL w="38160">
                      <a:solidFill>
                        <a:srgbClr val="ff9e44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38160">
                      <a:solidFill>
                        <a:srgbClr val="ff9e44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ff4093"/>
                          </a:solidFill>
                          <a:latin typeface="Barlow Light"/>
                          <a:ea typeface="Barlow Light"/>
                        </a:rPr>
                        <a:t>País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38160">
                      <a:solidFill>
                        <a:srgbClr val="ff9e44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ff4093"/>
                          </a:solidFill>
                          <a:latin typeface="Barlow Light"/>
                          <a:ea typeface="Barlow Light"/>
                        </a:rPr>
                        <a:t>Código País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38160">
                      <a:solidFill>
                        <a:srgbClr val="ff9e44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ff4093"/>
                          </a:solidFill>
                          <a:latin typeface="Barlow Light"/>
                          <a:ea typeface="Barlow Light"/>
                        </a:rPr>
                        <a:t>....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38160">
                      <a:solidFill>
                        <a:srgbClr val="ff9e44"/>
                      </a:solidFill>
                    </a:lnR>
                    <a:lnT w="38160">
                      <a:solidFill>
                        <a:srgbClr val="ff9e44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707760">
                <a:tc>
                  <a:txBody>
                    <a:bodyPr lIns="91080" rIns="9108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ff4093"/>
                          </a:solidFill>
                          <a:latin typeface="Barlow Light"/>
                          <a:ea typeface="Barlow Light"/>
                        </a:rPr>
                        <a:t>Reserva_Huespedes_1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anchor="ctr" marL="91080" marR="91080">
                    <a:lnL w="38160">
                      <a:solidFill>
                        <a:srgbClr val="ff9e44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España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ES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...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38160">
                      <a:solidFill>
                        <a:srgbClr val="ff9e44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707760">
                <a:tc>
                  <a:txBody>
                    <a:bodyPr lIns="91080" rIns="9108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ff4093"/>
                          </a:solidFill>
                          <a:latin typeface="Barlow Light"/>
                          <a:ea typeface="Barlow Light"/>
                        </a:rPr>
                        <a:t>Reserva_Huespedes_2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anchor="ctr" marL="91080" marR="91080">
                    <a:lnL w="38160">
                      <a:solidFill>
                        <a:srgbClr val="ff9e44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España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724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...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38160">
                      <a:solidFill>
                        <a:srgbClr val="ff9e44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9360">
                      <a:solidFill>
                        <a:srgbClr val="8870a0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708840">
                <a:tc>
                  <a:txBody>
                    <a:bodyPr lIns="91080" rIns="9108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100" spc="-1" strike="noStrike">
                          <a:solidFill>
                            <a:srgbClr val="ff4093"/>
                          </a:solidFill>
                          <a:latin typeface="Barlow Light"/>
                          <a:ea typeface="Barlow Light"/>
                        </a:rPr>
                        <a:t>Reserva_Huespedes_n</a:t>
                      </a:r>
                      <a:endParaRPr b="0" lang="es-ES" sz="1100" spc="-1" strike="noStrike">
                        <a:latin typeface="Arial"/>
                      </a:endParaRPr>
                    </a:p>
                  </a:txBody>
                  <a:tcPr anchor="ctr" marL="91080" marR="91080">
                    <a:lnL w="38160">
                      <a:solidFill>
                        <a:srgbClr val="ff9e44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38160">
                      <a:solidFill>
                        <a:srgbClr val="ff9e44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España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38160">
                      <a:solidFill>
                        <a:srgbClr val="ff9e44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ISO 3166-2:ES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9360">
                      <a:solidFill>
                        <a:srgbClr val="8870a0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38160">
                      <a:solidFill>
                        <a:srgbClr val="ff9e44"/>
                      </a:solidFill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800" spc="-1" strike="noStrike">
                          <a:solidFill>
                            <a:srgbClr val="ffffff"/>
                          </a:solidFill>
                          <a:latin typeface="Barlow"/>
                          <a:ea typeface="Barlow"/>
                        </a:rPr>
                        <a:t>...</a:t>
                      </a:r>
                      <a:endParaRPr b="0" lang="es-ES" sz="1800" spc="-1" strike="noStrike"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8870a0"/>
                      </a:solidFill>
                    </a:lnL>
                    <a:lnR w="38160">
                      <a:solidFill>
                        <a:srgbClr val="ff9e44"/>
                      </a:solidFill>
                    </a:lnR>
                    <a:lnT w="9360">
                      <a:solidFill>
                        <a:srgbClr val="8870a0"/>
                      </a:solidFill>
                    </a:lnT>
                    <a:lnB w="38160">
                      <a:solidFill>
                        <a:srgbClr val="ff9e44"/>
                      </a:solidFill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264;p 2"/>
          <p:cNvSpPr/>
          <p:nvPr/>
        </p:nvSpPr>
        <p:spPr>
          <a:xfrm>
            <a:off x="855720" y="835920"/>
            <a:ext cx="74322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BASE DE DATOS (Reserva_huespedes)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66" name="Google Shape;124;p 2"/>
          <p:cNvSpPr/>
          <p:nvPr/>
        </p:nvSpPr>
        <p:spPr>
          <a:xfrm>
            <a:off x="900000" y="1732320"/>
            <a:ext cx="70192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ALTER TABLE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 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	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reserva_huespedes</a:t>
            </a: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ADD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 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	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	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	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	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Pais 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varchar(80) NULL,</a:t>
            </a:r>
            <a:endParaRPr b="0" lang="es-ES" sz="24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	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	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	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	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	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CodPaisIso </a:t>
            </a:r>
            <a:r>
              <a:rPr b="0" i="1" lang="en" sz="2400" spc="-1" strike="noStrike">
                <a:solidFill>
                  <a:srgbClr val="8870a0"/>
                </a:solidFill>
                <a:latin typeface="Arial"/>
                <a:ea typeface="Barlow Light"/>
              </a:rPr>
              <a:t>varchar(13) NULL</a:t>
            </a: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;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67" name="Google Shape;108;p 3"/>
          <p:cNvSpPr/>
          <p:nvPr/>
        </p:nvSpPr>
        <p:spPr>
          <a:xfrm>
            <a:off x="720000" y="3780000"/>
            <a:ext cx="7919280" cy="10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endParaRPr b="0" lang="es-ES" sz="1800" spc="-1" strike="noStrike">
              <a:latin typeface="Arial"/>
            </a:endParaRPr>
          </a:p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Permitimos que sea nulo debido a que las anteriores reservas y otros métodos de insersición pueden no incluir el país y/o el código del país al introducir la reserva.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ESQUEMA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8D6346BD-70AE-42CC-9FCF-399961CFC46F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370" name="" descr=""/>
          <p:cNvPicPr/>
          <p:nvPr/>
        </p:nvPicPr>
        <p:blipFill>
          <a:blip r:embed="rId1"/>
          <a:stretch/>
        </p:blipFill>
        <p:spPr>
          <a:xfrm>
            <a:off x="4785120" y="436680"/>
            <a:ext cx="3674160" cy="4422600"/>
          </a:xfrm>
          <a:prstGeom prst="rect">
            <a:avLst/>
          </a:prstGeom>
          <a:ln w="0">
            <a:noFill/>
          </a:ln>
        </p:spPr>
      </p:pic>
      <p:sp>
        <p:nvSpPr>
          <p:cNvPr id="371" name=""/>
          <p:cNvSpPr/>
          <p:nvPr/>
        </p:nvSpPr>
        <p:spPr>
          <a:xfrm>
            <a:off x="907560" y="2520000"/>
            <a:ext cx="3419280" cy="15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" sz="2000" spc="-1" strike="noStrike" u="sng">
                <a:solidFill>
                  <a:srgbClr val="ff9e44"/>
                </a:solidFill>
                <a:uFillTx/>
                <a:latin typeface="Barlow"/>
                <a:ea typeface="Barlow"/>
              </a:rPr>
              <a:t>1. Llamada SQL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" sz="2000" spc="-1" strike="noStrike" u="sng">
                <a:solidFill>
                  <a:srgbClr val="ff9e44"/>
                </a:solidFill>
                <a:uFillTx/>
                <a:latin typeface="Barlow"/>
                <a:ea typeface="Barlow"/>
              </a:rPr>
              <a:t>2. Modelo PMS o NRO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" sz="2000" spc="-1" strike="noStrike" u="sng">
                <a:solidFill>
                  <a:srgbClr val="ff9e44"/>
                </a:solidFill>
                <a:uFillTx/>
                <a:latin typeface="Barlow"/>
                <a:ea typeface="Barlow"/>
              </a:rPr>
              <a:t>3. Modelo Solución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" sz="2000" spc="-1" strike="noStrike" u="sng">
                <a:solidFill>
                  <a:srgbClr val="ff9e44"/>
                </a:solidFill>
                <a:uFillTx/>
                <a:latin typeface="Barlow"/>
                <a:ea typeface="Barlow"/>
              </a:rPr>
              <a:t>4. XML</a:t>
            </a:r>
            <a:endParaRPr b="0" lang="es-ES" sz="2000" spc="-1" strike="noStrike">
              <a:latin typeface="Arial"/>
            </a:endParaRPr>
          </a:p>
        </p:txBody>
      </p:sp>
      <p:sp>
        <p:nvSpPr>
          <p:cNvPr id="372" name="Google Shape;108;p 1"/>
          <p:cNvSpPr/>
          <p:nvPr/>
        </p:nvSpPr>
        <p:spPr>
          <a:xfrm>
            <a:off x="854640" y="1353960"/>
            <a:ext cx="3472200" cy="20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FUNCIONAMIENTO INTERNO</a:t>
            </a: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La información pasa por cuatro estados diferentes para poder ser recibida en formato XML por el cliente o usuario de la aplicación.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855360" y="1533960"/>
            <a:ext cx="5109840" cy="11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ff9e44"/>
                </a:solidFill>
                <a:latin typeface="Barlow"/>
                <a:ea typeface="Barlow"/>
              </a:rPr>
              <a:t>1. Llamada SQL</a:t>
            </a:r>
            <a:endParaRPr b="0" lang="es-ES" sz="3600" spc="-1" strike="noStrike"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855360" y="2714400"/>
            <a:ext cx="510984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¿Cómo obtenemos la información?</a:t>
            </a:r>
            <a:endParaRPr b="0" lang="es-ES" sz="2400" spc="-1" strike="noStrike">
              <a:latin typeface="Arial"/>
            </a:endParaRPr>
          </a:p>
        </p:txBody>
      </p:sp>
      <p:grpSp>
        <p:nvGrpSpPr>
          <p:cNvPr id="375" name="Grupo 57"/>
          <p:cNvGrpSpPr/>
          <p:nvPr/>
        </p:nvGrpSpPr>
        <p:grpSpPr>
          <a:xfrm>
            <a:off x="5676840" y="1130400"/>
            <a:ext cx="3045600" cy="2867760"/>
            <a:chOff x="5676840" y="1130400"/>
            <a:chExt cx="3045600" cy="2867760"/>
          </a:xfrm>
        </p:grpSpPr>
        <p:sp>
          <p:nvSpPr>
            <p:cNvPr id="376" name="Google Shape;851;p46"/>
            <p:cNvSpPr/>
            <p:nvPr/>
          </p:nvSpPr>
          <p:spPr>
            <a:xfrm>
              <a:off x="6284880" y="1465560"/>
              <a:ext cx="747720" cy="806760"/>
            </a:xfrm>
            <a:custGeom>
              <a:avLst/>
              <a:gdLst/>
              <a:ahLst/>
              <a:rect l="l" t="t" r="r" b="b"/>
              <a:pathLst>
                <a:path w="1784563" h="1925515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Google Shape;852;p46"/>
            <p:cNvSpPr/>
            <p:nvPr/>
          </p:nvSpPr>
          <p:spPr>
            <a:xfrm>
              <a:off x="6477480" y="166608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" name="Google Shape;853;p46"/>
            <p:cNvSpPr/>
            <p:nvPr/>
          </p:nvSpPr>
          <p:spPr>
            <a:xfrm>
              <a:off x="6476760" y="17586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9" name="Google Shape;854;p46"/>
            <p:cNvSpPr/>
            <p:nvPr/>
          </p:nvSpPr>
          <p:spPr>
            <a:xfrm>
              <a:off x="6353640" y="159372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0" name="Google Shape;855;p46"/>
            <p:cNvSpPr/>
            <p:nvPr/>
          </p:nvSpPr>
          <p:spPr>
            <a:xfrm>
              <a:off x="7975080" y="3191400"/>
              <a:ext cx="747360" cy="806760"/>
            </a:xfrm>
            <a:custGeom>
              <a:avLst/>
              <a:gdLst/>
              <a:ahLst/>
              <a:rect l="l" t="t" r="r" b="b"/>
              <a:pathLst>
                <a:path w="1783739" h="1925515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1" name="Google Shape;856;p46"/>
            <p:cNvSpPr/>
            <p:nvPr/>
          </p:nvSpPr>
          <p:spPr>
            <a:xfrm>
              <a:off x="8167680" y="339192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" name="Google Shape;857;p46"/>
            <p:cNvSpPr/>
            <p:nvPr/>
          </p:nvSpPr>
          <p:spPr>
            <a:xfrm>
              <a:off x="8166960" y="34848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" name="Google Shape;858;p46"/>
            <p:cNvSpPr/>
            <p:nvPr/>
          </p:nvSpPr>
          <p:spPr>
            <a:xfrm>
              <a:off x="8043840" y="331956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4" name="Google Shape;859;p46"/>
            <p:cNvSpPr/>
            <p:nvPr/>
          </p:nvSpPr>
          <p:spPr>
            <a:xfrm>
              <a:off x="7262640" y="113040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5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5" name="Google Shape;860;p46"/>
            <p:cNvSpPr/>
            <p:nvPr/>
          </p:nvSpPr>
          <p:spPr>
            <a:xfrm>
              <a:off x="7091640" y="124416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4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" name="Google Shape;861;p46"/>
            <p:cNvSpPr/>
            <p:nvPr/>
          </p:nvSpPr>
          <p:spPr>
            <a:xfrm>
              <a:off x="7667280" y="1259280"/>
              <a:ext cx="604080" cy="1959840"/>
            </a:xfrm>
            <a:custGeom>
              <a:avLst/>
              <a:gdLst/>
              <a:ahLst/>
              <a:rect l="l" t="t" r="r" b="b"/>
              <a:pathLst>
                <a:path w="1442487" h="4672836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7" name="Google Shape;862;p46"/>
            <p:cNvSpPr/>
            <p:nvPr/>
          </p:nvSpPr>
          <p:spPr>
            <a:xfrm>
              <a:off x="6937200" y="2296800"/>
              <a:ext cx="693360" cy="1656360"/>
            </a:xfrm>
            <a:custGeom>
              <a:avLst/>
              <a:gdLst/>
              <a:ahLst/>
              <a:rect l="l" t="t" r="r" b="b"/>
              <a:pathLst>
                <a:path w="1655151" h="3949944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8" name="Google Shape;863;p46"/>
            <p:cNvSpPr/>
            <p:nvPr/>
          </p:nvSpPr>
          <p:spPr>
            <a:xfrm>
              <a:off x="7026840" y="3040200"/>
              <a:ext cx="523440" cy="744120"/>
            </a:xfrm>
            <a:custGeom>
              <a:avLst/>
              <a:gdLst/>
              <a:ahLst/>
              <a:rect l="l" t="t" r="r" b="b"/>
              <a:pathLst>
                <a:path w="1250431" h="177632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Google Shape;864;p46"/>
            <p:cNvSpPr/>
            <p:nvPr/>
          </p:nvSpPr>
          <p:spPr>
            <a:xfrm>
              <a:off x="7036200" y="273672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Google Shape;865;p46"/>
            <p:cNvSpPr/>
            <p:nvPr/>
          </p:nvSpPr>
          <p:spPr>
            <a:xfrm>
              <a:off x="7037280" y="282960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1" name="Google Shape;866;p46"/>
            <p:cNvSpPr/>
            <p:nvPr/>
          </p:nvSpPr>
          <p:spPr>
            <a:xfrm>
              <a:off x="7036920" y="2919240"/>
              <a:ext cx="458280" cy="298800"/>
            </a:xfrm>
            <a:custGeom>
              <a:avLst/>
              <a:gdLst/>
              <a:ahLst/>
              <a:rect l="l" t="t" r="r" b="b"/>
              <a:pathLst>
                <a:path w="1094642" h="714649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2" name="Google Shape;867;p46"/>
            <p:cNvSpPr/>
            <p:nvPr/>
          </p:nvSpPr>
          <p:spPr>
            <a:xfrm>
              <a:off x="6937200" y="2296800"/>
              <a:ext cx="693720" cy="601560"/>
            </a:xfrm>
            <a:custGeom>
              <a:avLst/>
              <a:gdLst/>
              <a:ahLst/>
              <a:rect l="l" t="t" r="r" b="b"/>
              <a:pathLst>
                <a:path w="1655976" h="1435893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" name="Google Shape;868;p46"/>
            <p:cNvSpPr/>
            <p:nvPr/>
          </p:nvSpPr>
          <p:spPr>
            <a:xfrm>
              <a:off x="7022160" y="2414160"/>
              <a:ext cx="87120" cy="129240"/>
            </a:xfrm>
            <a:custGeom>
              <a:avLst/>
              <a:gdLst/>
              <a:ahLst/>
              <a:rect l="l" t="t" r="r" b="b"/>
              <a:pathLst>
                <a:path w="210191" h="310309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Google Shape;869;p46"/>
            <p:cNvSpPr/>
            <p:nvPr/>
          </p:nvSpPr>
          <p:spPr>
            <a:xfrm>
              <a:off x="7347600" y="2846880"/>
              <a:ext cx="470520" cy="447480"/>
            </a:xfrm>
            <a:custGeom>
              <a:avLst/>
              <a:gdLst/>
              <a:ahLst/>
              <a:rect l="l" t="t" r="r" b="b"/>
              <a:pathLst>
                <a:path w="1123491" h="1069089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5" name="Google Shape;870;p46"/>
            <p:cNvSpPr/>
            <p:nvPr/>
          </p:nvSpPr>
          <p:spPr>
            <a:xfrm>
              <a:off x="5785920" y="1645560"/>
              <a:ext cx="1028520" cy="1211400"/>
            </a:xfrm>
            <a:custGeom>
              <a:avLst/>
              <a:gdLst/>
              <a:ahLst/>
              <a:rect l="l" t="t" r="r" b="b"/>
              <a:pathLst>
                <a:path w="2453878" h="2889921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6" name="Google Shape;871;p46"/>
            <p:cNvSpPr/>
            <p:nvPr/>
          </p:nvSpPr>
          <p:spPr>
            <a:xfrm>
              <a:off x="5676840" y="1708560"/>
              <a:ext cx="387360" cy="368640"/>
            </a:xfrm>
            <a:custGeom>
              <a:avLst/>
              <a:gdLst/>
              <a:ahLst/>
              <a:rect l="l" t="t" r="r" b="b"/>
              <a:pathLst>
                <a:path w="925665" h="881154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7" name="Google Shape;872;p46"/>
            <p:cNvSpPr/>
            <p:nvPr/>
          </p:nvSpPr>
          <p:spPr>
            <a:xfrm>
              <a:off x="6323760" y="2086200"/>
              <a:ext cx="224280" cy="176040"/>
            </a:xfrm>
            <a:custGeom>
              <a:avLst/>
              <a:gdLst/>
              <a:ahLst/>
              <a:rect l="l" t="t" r="r" b="b"/>
              <a:pathLst>
                <a:path w="537429" h="42203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8" name="Google Shape;873;p46"/>
            <p:cNvSpPr/>
            <p:nvPr/>
          </p:nvSpPr>
          <p:spPr>
            <a:xfrm>
              <a:off x="6114960" y="2059920"/>
              <a:ext cx="433800" cy="296640"/>
            </a:xfrm>
            <a:custGeom>
              <a:avLst/>
              <a:gdLst/>
              <a:ahLst/>
              <a:rect l="l" t="t" r="r" b="b"/>
              <a:pathLst>
                <a:path w="1036118" h="709704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" name="Google Shape;874;p46"/>
            <p:cNvSpPr/>
            <p:nvPr/>
          </p:nvSpPr>
          <p:spPr>
            <a:xfrm>
              <a:off x="6023160" y="2100600"/>
              <a:ext cx="525600" cy="349920"/>
            </a:xfrm>
            <a:custGeom>
              <a:avLst/>
              <a:gdLst/>
              <a:ahLst/>
              <a:rect l="l" t="t" r="r" b="b"/>
              <a:pathLst>
                <a:path w="1255376" h="836643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" name="Google Shape;875;p46"/>
            <p:cNvSpPr/>
            <p:nvPr/>
          </p:nvSpPr>
          <p:spPr>
            <a:xfrm>
              <a:off x="6603480" y="2243880"/>
              <a:ext cx="115920" cy="172800"/>
            </a:xfrm>
            <a:custGeom>
              <a:avLst/>
              <a:gdLst/>
              <a:ahLst/>
              <a:rect l="l" t="t" r="r" b="b"/>
              <a:pathLst>
                <a:path w="278606" h="414354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1" name="Google Shape;876;p46"/>
            <p:cNvSpPr/>
            <p:nvPr/>
          </p:nvSpPr>
          <p:spPr>
            <a:xfrm>
              <a:off x="6337800" y="2783880"/>
              <a:ext cx="288000" cy="392760"/>
            </a:xfrm>
            <a:custGeom>
              <a:avLst/>
              <a:gdLst/>
              <a:ahLst/>
              <a:rect l="l" t="t" r="r" b="b"/>
              <a:pathLst>
                <a:path w="689097" h="938791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LLAMADA SQL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4815720" y="1353960"/>
            <a:ext cx="3472200" cy="209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ES" sz="32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Para poder procesar esta información iteramos cada fila con el fin de obtener la información individual de cada reserva.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855360" y="1353960"/>
            <a:ext cx="3472200" cy="209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ES" sz="3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En el método </a:t>
            </a:r>
            <a:r>
              <a:rPr b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"SqlConnectionGet...Nro"</a:t>
            </a: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 se realiza una llamada a la persistencia y se regresa un parámetro en formato </a:t>
            </a:r>
            <a:r>
              <a:rPr b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"DataTable"</a:t>
            </a: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.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7273E4F0-F87C-48A7-8A19-EE0A529AEFA8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1"/>
          <a:stretch/>
        </p:blipFill>
        <p:spPr>
          <a:xfrm>
            <a:off x="563040" y="2646000"/>
            <a:ext cx="8076240" cy="131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855360" y="1533960"/>
            <a:ext cx="5109840" cy="11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ff9e44"/>
                </a:solidFill>
                <a:latin typeface="Barlow"/>
                <a:ea typeface="Barlow"/>
              </a:rPr>
              <a:t>2. Modelo NRO</a:t>
            </a:r>
            <a:endParaRPr b="0" lang="es-ES" sz="3600" spc="-1" strike="noStrike"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ubTitle"/>
          </p:nvPr>
        </p:nvSpPr>
        <p:spPr>
          <a:xfrm>
            <a:off x="855360" y="2714400"/>
            <a:ext cx="510984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Procesamiento de la información.</a:t>
            </a:r>
            <a:endParaRPr b="0" lang="es-ES" sz="2400" spc="-1" strike="noStrike">
              <a:latin typeface="Arial"/>
            </a:endParaRPr>
          </a:p>
        </p:txBody>
      </p:sp>
      <p:grpSp>
        <p:nvGrpSpPr>
          <p:cNvPr id="409" name="Grupo 9"/>
          <p:cNvGrpSpPr/>
          <p:nvPr/>
        </p:nvGrpSpPr>
        <p:grpSpPr>
          <a:xfrm>
            <a:off x="5676840" y="1130400"/>
            <a:ext cx="3045600" cy="2867760"/>
            <a:chOff x="5676840" y="1130400"/>
            <a:chExt cx="3045600" cy="2867760"/>
          </a:xfrm>
        </p:grpSpPr>
        <p:sp>
          <p:nvSpPr>
            <p:cNvPr id="410" name="Google Shape;851;p 1"/>
            <p:cNvSpPr/>
            <p:nvPr/>
          </p:nvSpPr>
          <p:spPr>
            <a:xfrm>
              <a:off x="6284880" y="1465560"/>
              <a:ext cx="747720" cy="806760"/>
            </a:xfrm>
            <a:custGeom>
              <a:avLst/>
              <a:gdLst/>
              <a:ahLst/>
              <a:rect l="l" t="t" r="r" b="b"/>
              <a:pathLst>
                <a:path w="1784563" h="1925515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1" name="Google Shape;852;p 1"/>
            <p:cNvSpPr/>
            <p:nvPr/>
          </p:nvSpPr>
          <p:spPr>
            <a:xfrm>
              <a:off x="6477480" y="166608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2" name="Google Shape;853;p 1"/>
            <p:cNvSpPr/>
            <p:nvPr/>
          </p:nvSpPr>
          <p:spPr>
            <a:xfrm>
              <a:off x="6476760" y="17586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3" name="Google Shape;854;p 1"/>
            <p:cNvSpPr/>
            <p:nvPr/>
          </p:nvSpPr>
          <p:spPr>
            <a:xfrm>
              <a:off x="6353640" y="159372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" name="Google Shape;855;p 1"/>
            <p:cNvSpPr/>
            <p:nvPr/>
          </p:nvSpPr>
          <p:spPr>
            <a:xfrm>
              <a:off x="7975080" y="3191400"/>
              <a:ext cx="747360" cy="806760"/>
            </a:xfrm>
            <a:custGeom>
              <a:avLst/>
              <a:gdLst/>
              <a:ahLst/>
              <a:rect l="l" t="t" r="r" b="b"/>
              <a:pathLst>
                <a:path w="1783739" h="1925515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5" name="Google Shape;856;p 1"/>
            <p:cNvSpPr/>
            <p:nvPr/>
          </p:nvSpPr>
          <p:spPr>
            <a:xfrm>
              <a:off x="8167680" y="339192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6" name="Google Shape;857;p 1"/>
            <p:cNvSpPr/>
            <p:nvPr/>
          </p:nvSpPr>
          <p:spPr>
            <a:xfrm>
              <a:off x="8166960" y="34848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7" name="Google Shape;858;p 1"/>
            <p:cNvSpPr/>
            <p:nvPr/>
          </p:nvSpPr>
          <p:spPr>
            <a:xfrm>
              <a:off x="8043840" y="331956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Google Shape;859;p 1"/>
            <p:cNvSpPr/>
            <p:nvPr/>
          </p:nvSpPr>
          <p:spPr>
            <a:xfrm>
              <a:off x="7262640" y="113040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5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" name="Google Shape;860;p 1"/>
            <p:cNvSpPr/>
            <p:nvPr/>
          </p:nvSpPr>
          <p:spPr>
            <a:xfrm>
              <a:off x="7091640" y="124416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4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" name="Google Shape;861;p 1"/>
            <p:cNvSpPr/>
            <p:nvPr/>
          </p:nvSpPr>
          <p:spPr>
            <a:xfrm>
              <a:off x="7667280" y="1259280"/>
              <a:ext cx="604080" cy="1959840"/>
            </a:xfrm>
            <a:custGeom>
              <a:avLst/>
              <a:gdLst/>
              <a:ahLst/>
              <a:rect l="l" t="t" r="r" b="b"/>
              <a:pathLst>
                <a:path w="1442487" h="4672836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1" name="Google Shape;862;p 1"/>
            <p:cNvSpPr/>
            <p:nvPr/>
          </p:nvSpPr>
          <p:spPr>
            <a:xfrm>
              <a:off x="6937200" y="2296800"/>
              <a:ext cx="693360" cy="1656360"/>
            </a:xfrm>
            <a:custGeom>
              <a:avLst/>
              <a:gdLst/>
              <a:ahLst/>
              <a:rect l="l" t="t" r="r" b="b"/>
              <a:pathLst>
                <a:path w="1655151" h="3949944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2" name="Google Shape;863;p 1"/>
            <p:cNvSpPr/>
            <p:nvPr/>
          </p:nvSpPr>
          <p:spPr>
            <a:xfrm>
              <a:off x="7026840" y="3040200"/>
              <a:ext cx="523440" cy="744120"/>
            </a:xfrm>
            <a:custGeom>
              <a:avLst/>
              <a:gdLst/>
              <a:ahLst/>
              <a:rect l="l" t="t" r="r" b="b"/>
              <a:pathLst>
                <a:path w="1250431" h="177632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3" name="Google Shape;864;p 1"/>
            <p:cNvSpPr/>
            <p:nvPr/>
          </p:nvSpPr>
          <p:spPr>
            <a:xfrm>
              <a:off x="7036200" y="273672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4" name="Google Shape;865;p 1"/>
            <p:cNvSpPr/>
            <p:nvPr/>
          </p:nvSpPr>
          <p:spPr>
            <a:xfrm>
              <a:off x="7037280" y="282960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" name="Google Shape;866;p 1"/>
            <p:cNvSpPr/>
            <p:nvPr/>
          </p:nvSpPr>
          <p:spPr>
            <a:xfrm>
              <a:off x="7036920" y="2919240"/>
              <a:ext cx="458280" cy="298800"/>
            </a:xfrm>
            <a:custGeom>
              <a:avLst/>
              <a:gdLst/>
              <a:ahLst/>
              <a:rect l="l" t="t" r="r" b="b"/>
              <a:pathLst>
                <a:path w="1094642" h="714649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6" name="Google Shape;867;p 1"/>
            <p:cNvSpPr/>
            <p:nvPr/>
          </p:nvSpPr>
          <p:spPr>
            <a:xfrm>
              <a:off x="6937200" y="2296800"/>
              <a:ext cx="693720" cy="601560"/>
            </a:xfrm>
            <a:custGeom>
              <a:avLst/>
              <a:gdLst/>
              <a:ahLst/>
              <a:rect l="l" t="t" r="r" b="b"/>
              <a:pathLst>
                <a:path w="1655976" h="1435893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7" name="Google Shape;868;p 1"/>
            <p:cNvSpPr/>
            <p:nvPr/>
          </p:nvSpPr>
          <p:spPr>
            <a:xfrm>
              <a:off x="7022160" y="2414160"/>
              <a:ext cx="87120" cy="129240"/>
            </a:xfrm>
            <a:custGeom>
              <a:avLst/>
              <a:gdLst/>
              <a:ahLst/>
              <a:rect l="l" t="t" r="r" b="b"/>
              <a:pathLst>
                <a:path w="210191" h="310309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Google Shape;869;p 1"/>
            <p:cNvSpPr/>
            <p:nvPr/>
          </p:nvSpPr>
          <p:spPr>
            <a:xfrm>
              <a:off x="7347600" y="2846880"/>
              <a:ext cx="470520" cy="447480"/>
            </a:xfrm>
            <a:custGeom>
              <a:avLst/>
              <a:gdLst/>
              <a:ahLst/>
              <a:rect l="l" t="t" r="r" b="b"/>
              <a:pathLst>
                <a:path w="1123491" h="1069089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9" name="Google Shape;870;p 1"/>
            <p:cNvSpPr/>
            <p:nvPr/>
          </p:nvSpPr>
          <p:spPr>
            <a:xfrm>
              <a:off x="5785920" y="1645560"/>
              <a:ext cx="1028520" cy="1211400"/>
            </a:xfrm>
            <a:custGeom>
              <a:avLst/>
              <a:gdLst/>
              <a:ahLst/>
              <a:rect l="l" t="t" r="r" b="b"/>
              <a:pathLst>
                <a:path w="2453878" h="2889921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0" name="Google Shape;871;p 1"/>
            <p:cNvSpPr/>
            <p:nvPr/>
          </p:nvSpPr>
          <p:spPr>
            <a:xfrm>
              <a:off x="5676840" y="1708560"/>
              <a:ext cx="387360" cy="368640"/>
            </a:xfrm>
            <a:custGeom>
              <a:avLst/>
              <a:gdLst/>
              <a:ahLst/>
              <a:rect l="l" t="t" r="r" b="b"/>
              <a:pathLst>
                <a:path w="925665" h="881154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1" name="Google Shape;872;p 1"/>
            <p:cNvSpPr/>
            <p:nvPr/>
          </p:nvSpPr>
          <p:spPr>
            <a:xfrm>
              <a:off x="6323760" y="2086200"/>
              <a:ext cx="224280" cy="176040"/>
            </a:xfrm>
            <a:custGeom>
              <a:avLst/>
              <a:gdLst/>
              <a:ahLst/>
              <a:rect l="l" t="t" r="r" b="b"/>
              <a:pathLst>
                <a:path w="537429" h="42203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Google Shape;873;p 1"/>
            <p:cNvSpPr/>
            <p:nvPr/>
          </p:nvSpPr>
          <p:spPr>
            <a:xfrm>
              <a:off x="6114960" y="2059920"/>
              <a:ext cx="433800" cy="296640"/>
            </a:xfrm>
            <a:custGeom>
              <a:avLst/>
              <a:gdLst/>
              <a:ahLst/>
              <a:rect l="l" t="t" r="r" b="b"/>
              <a:pathLst>
                <a:path w="1036118" h="709704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Google Shape;874;p 1"/>
            <p:cNvSpPr/>
            <p:nvPr/>
          </p:nvSpPr>
          <p:spPr>
            <a:xfrm>
              <a:off x="6023160" y="2100600"/>
              <a:ext cx="525600" cy="349920"/>
            </a:xfrm>
            <a:custGeom>
              <a:avLst/>
              <a:gdLst/>
              <a:ahLst/>
              <a:rect l="l" t="t" r="r" b="b"/>
              <a:pathLst>
                <a:path w="1255376" h="836643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" name="Google Shape;875;p 1"/>
            <p:cNvSpPr/>
            <p:nvPr/>
          </p:nvSpPr>
          <p:spPr>
            <a:xfrm>
              <a:off x="6603480" y="2243880"/>
              <a:ext cx="115920" cy="172800"/>
            </a:xfrm>
            <a:custGeom>
              <a:avLst/>
              <a:gdLst/>
              <a:ahLst/>
              <a:rect l="l" t="t" r="r" b="b"/>
              <a:pathLst>
                <a:path w="278606" h="414354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" name="Google Shape;876;p 1"/>
            <p:cNvSpPr/>
            <p:nvPr/>
          </p:nvSpPr>
          <p:spPr>
            <a:xfrm>
              <a:off x="6337800" y="2783880"/>
              <a:ext cx="288000" cy="392760"/>
            </a:xfrm>
            <a:custGeom>
              <a:avLst/>
              <a:gdLst/>
              <a:ahLst/>
              <a:rect l="l" t="t" r="r" b="b"/>
              <a:pathLst>
                <a:path w="689097" h="938791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/>
          </p:nvPr>
        </p:nvSpPr>
        <p:spPr>
          <a:xfrm>
            <a:off x="855360" y="1353960"/>
            <a:ext cx="24786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NroBooking: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Almacena la información de la reserva, incluyendo el país y el código ISO, sin embargo esta información se cede al NroGuest. 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NRO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3682800" y="1353960"/>
            <a:ext cx="24786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NroGuest: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Incluye la información particular de cada guest, creándose de forma diferente el holder y el resto de guests.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Contiene una clase NroCountry.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8B4202DB-8713-45FA-ACE0-F30CC57E287A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grpSp>
        <p:nvGrpSpPr>
          <p:cNvPr id="440" name="Grupo 31"/>
          <p:cNvGrpSpPr/>
          <p:nvPr/>
        </p:nvGrpSpPr>
        <p:grpSpPr>
          <a:xfrm>
            <a:off x="6114960" y="720360"/>
            <a:ext cx="2730600" cy="3851640"/>
            <a:chOff x="6114960" y="720360"/>
            <a:chExt cx="2730600" cy="3851640"/>
          </a:xfrm>
        </p:grpSpPr>
        <p:sp>
          <p:nvSpPr>
            <p:cNvPr id="441" name="Google Shape;902;p46"/>
            <p:cNvSpPr/>
            <p:nvPr/>
          </p:nvSpPr>
          <p:spPr>
            <a:xfrm>
              <a:off x="7624800" y="1879200"/>
              <a:ext cx="1220760" cy="1245240"/>
            </a:xfrm>
            <a:custGeom>
              <a:avLst/>
              <a:gdLst/>
              <a:ahLst/>
              <a:rect l="l" t="t" r="r" b="b"/>
              <a:pathLst>
                <a:path w="2171751" h="2215389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903;p46"/>
            <p:cNvSpPr/>
            <p:nvPr/>
          </p:nvSpPr>
          <p:spPr>
            <a:xfrm>
              <a:off x="7885440" y="720360"/>
              <a:ext cx="693360" cy="1052280"/>
            </a:xfrm>
            <a:custGeom>
              <a:avLst/>
              <a:gdLst/>
              <a:ahLst/>
              <a:rect l="l" t="t" r="r" b="b"/>
              <a:pathLst>
                <a:path w="1234041" h="1872301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6" y="1601370"/>
                    <a:pt x="0" y="1053660"/>
                    <a:pt x="0" y="576322"/>
                  </a:cubicBezTo>
                  <a:cubicBezTo>
                    <a:pt x="0" y="98983"/>
                    <a:pt x="276446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Google Shape;904;p46"/>
            <p:cNvSpPr/>
            <p:nvPr/>
          </p:nvSpPr>
          <p:spPr>
            <a:xfrm>
              <a:off x="7475400" y="1991160"/>
              <a:ext cx="1220760" cy="1245240"/>
            </a:xfrm>
            <a:custGeom>
              <a:avLst/>
              <a:gdLst/>
              <a:ahLst/>
              <a:rect l="l" t="t" r="r" b="b"/>
              <a:pathLst>
                <a:path w="2171751" h="2215389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4" name="Google Shape;905;p46"/>
            <p:cNvSpPr/>
            <p:nvPr/>
          </p:nvSpPr>
          <p:spPr>
            <a:xfrm>
              <a:off x="7736040" y="831960"/>
              <a:ext cx="693360" cy="1052280"/>
            </a:xfrm>
            <a:custGeom>
              <a:avLst/>
              <a:gdLst/>
              <a:ahLst/>
              <a:rect l="l" t="t" r="r" b="b"/>
              <a:pathLst>
                <a:path w="1234041" h="1872301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7" y="1601370"/>
                    <a:pt x="0" y="1053660"/>
                    <a:pt x="0" y="576322"/>
                  </a:cubicBezTo>
                  <a:cubicBezTo>
                    <a:pt x="0" y="98983"/>
                    <a:pt x="276447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906;p46"/>
            <p:cNvSpPr/>
            <p:nvPr/>
          </p:nvSpPr>
          <p:spPr>
            <a:xfrm>
              <a:off x="6114960" y="1799640"/>
              <a:ext cx="695520" cy="762840"/>
            </a:xfrm>
            <a:custGeom>
              <a:avLst/>
              <a:gdLst/>
              <a:ahLst/>
              <a:rect l="l" t="t" r="r" b="b"/>
              <a:pathLst>
                <a:path w="1238028" h="1357658">
                  <a:moveTo>
                    <a:pt x="1237364" y="713683"/>
                  </a:moveTo>
                  <a:lnTo>
                    <a:pt x="0" y="0"/>
                  </a:lnTo>
                  <a:lnTo>
                    <a:pt x="0" y="643975"/>
                  </a:lnTo>
                  <a:lnTo>
                    <a:pt x="1238028" y="1357658"/>
                  </a:lnTo>
                  <a:lnTo>
                    <a:pt x="1237364" y="713683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Google Shape;907;p46"/>
            <p:cNvSpPr/>
            <p:nvPr/>
          </p:nvSpPr>
          <p:spPr>
            <a:xfrm>
              <a:off x="6176880" y="1920960"/>
              <a:ext cx="78120" cy="116280"/>
            </a:xfrm>
            <a:custGeom>
              <a:avLst/>
              <a:gdLst/>
              <a:ahLst/>
              <a:rect l="l" t="t" r="r" b="b"/>
              <a:pathLst>
                <a:path w="140881" h="208525">
                  <a:moveTo>
                    <a:pt x="140881" y="144760"/>
                  </a:moveTo>
                  <a:cubicBezTo>
                    <a:pt x="140881" y="197872"/>
                    <a:pt x="109648" y="222435"/>
                    <a:pt x="70441" y="200527"/>
                  </a:cubicBezTo>
                  <a:cubicBezTo>
                    <a:pt x="31898" y="177955"/>
                    <a:pt x="0" y="116877"/>
                    <a:pt x="0" y="63765"/>
                  </a:cubicBezTo>
                  <a:cubicBezTo>
                    <a:pt x="0" y="10654"/>
                    <a:pt x="31233" y="-13910"/>
                    <a:pt x="70441" y="7999"/>
                  </a:cubicBezTo>
                  <a:cubicBezTo>
                    <a:pt x="109648" y="30571"/>
                    <a:pt x="140881" y="91649"/>
                    <a:pt x="140881" y="14476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Google Shape;908;p46"/>
            <p:cNvSpPr/>
            <p:nvPr/>
          </p:nvSpPr>
          <p:spPr>
            <a:xfrm>
              <a:off x="6291720" y="1990800"/>
              <a:ext cx="226440" cy="180720"/>
            </a:xfrm>
            <a:custGeom>
              <a:avLst/>
              <a:gdLst/>
              <a:ahLst/>
              <a:rect l="l" t="t" r="r" b="b"/>
              <a:pathLst>
                <a:path w="404701" h="323315">
                  <a:moveTo>
                    <a:pt x="0" y="0"/>
                  </a:moveTo>
                  <a:lnTo>
                    <a:pt x="404702" y="233026"/>
                  </a:lnTo>
                  <a:lnTo>
                    <a:pt x="404702" y="323315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8" name="Google Shape;909;p46"/>
            <p:cNvSpPr/>
            <p:nvPr/>
          </p:nvSpPr>
          <p:spPr>
            <a:xfrm>
              <a:off x="6292800" y="2093040"/>
              <a:ext cx="444960" cy="307080"/>
            </a:xfrm>
            <a:custGeom>
              <a:avLst/>
              <a:gdLst/>
              <a:ahLst/>
              <a:rect l="l" t="t" r="r" b="b"/>
              <a:pathLst>
                <a:path w="792790" h="547710">
                  <a:moveTo>
                    <a:pt x="0" y="0"/>
                  </a:moveTo>
                  <a:lnTo>
                    <a:pt x="792790" y="457421"/>
                  </a:lnTo>
                  <a:lnTo>
                    <a:pt x="792790" y="547711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" name="Google Shape;910;p46"/>
            <p:cNvSpPr/>
            <p:nvPr/>
          </p:nvSpPr>
          <p:spPr>
            <a:xfrm>
              <a:off x="7904880" y="2564280"/>
              <a:ext cx="698400" cy="1907280"/>
            </a:xfrm>
            <a:custGeom>
              <a:avLst/>
              <a:gdLst/>
              <a:ahLst/>
              <a:rect l="l" t="t" r="r" b="b"/>
              <a:pathLst>
                <a:path w="1243344" h="3391822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" name="Google Shape;911;p46"/>
            <p:cNvSpPr/>
            <p:nvPr/>
          </p:nvSpPr>
          <p:spPr>
            <a:xfrm>
              <a:off x="7788240" y="2664720"/>
              <a:ext cx="698760" cy="1907280"/>
            </a:xfrm>
            <a:custGeom>
              <a:avLst/>
              <a:gdLst/>
              <a:ahLst/>
              <a:rect l="l" t="t" r="r" b="b"/>
              <a:pathLst>
                <a:path w="1244009" h="3391822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Google Shape;912;p46"/>
            <p:cNvSpPr/>
            <p:nvPr/>
          </p:nvSpPr>
          <p:spPr>
            <a:xfrm>
              <a:off x="7855920" y="3615480"/>
              <a:ext cx="560880" cy="373680"/>
            </a:xfrm>
            <a:custGeom>
              <a:avLst/>
              <a:gdLst/>
              <a:ahLst/>
              <a:rect l="l" t="t" r="r" b="b"/>
              <a:pathLst>
                <a:path w="998795" h="665883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2" name="Google Shape;913;p46"/>
            <p:cNvSpPr/>
            <p:nvPr/>
          </p:nvSpPr>
          <p:spPr>
            <a:xfrm>
              <a:off x="7895160" y="3737160"/>
              <a:ext cx="482400" cy="328320"/>
            </a:xfrm>
            <a:custGeom>
              <a:avLst/>
              <a:gdLst/>
              <a:ahLst/>
              <a:rect l="l" t="t" r="r" b="b"/>
              <a:pathLst>
                <a:path w="859243" h="585552">
                  <a:moveTo>
                    <a:pt x="0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Google Shape;914;p46"/>
            <p:cNvSpPr/>
            <p:nvPr/>
          </p:nvSpPr>
          <p:spPr>
            <a:xfrm>
              <a:off x="7982280" y="3166200"/>
              <a:ext cx="310680" cy="466920"/>
            </a:xfrm>
            <a:custGeom>
              <a:avLst/>
              <a:gdLst/>
              <a:ahLst/>
              <a:rect l="l" t="t" r="r" b="b"/>
              <a:pathLst>
                <a:path w="554222" h="831619">
                  <a:moveTo>
                    <a:pt x="554222" y="575808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Google Shape;915;p46"/>
            <p:cNvSpPr/>
            <p:nvPr/>
          </p:nvSpPr>
          <p:spPr>
            <a:xfrm>
              <a:off x="7036560" y="1356120"/>
              <a:ext cx="698400" cy="1907280"/>
            </a:xfrm>
            <a:custGeom>
              <a:avLst/>
              <a:gdLst/>
              <a:ahLst/>
              <a:rect l="l" t="t" r="r" b="b"/>
              <a:pathLst>
                <a:path w="1243344" h="3391821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Google Shape;916;p46"/>
            <p:cNvSpPr/>
            <p:nvPr/>
          </p:nvSpPr>
          <p:spPr>
            <a:xfrm>
              <a:off x="6919920" y="1458000"/>
              <a:ext cx="698760" cy="1907280"/>
            </a:xfrm>
            <a:custGeom>
              <a:avLst/>
              <a:gdLst/>
              <a:ahLst/>
              <a:rect l="l" t="t" r="r" b="b"/>
              <a:pathLst>
                <a:path w="1244009" h="3391822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" name="Google Shape;917;p46"/>
            <p:cNvSpPr/>
            <p:nvPr/>
          </p:nvSpPr>
          <p:spPr>
            <a:xfrm>
              <a:off x="6987240" y="2407320"/>
              <a:ext cx="560880" cy="373680"/>
            </a:xfrm>
            <a:custGeom>
              <a:avLst/>
              <a:gdLst/>
              <a:ahLst/>
              <a:rect l="l" t="t" r="r" b="b"/>
              <a:pathLst>
                <a:path w="998795" h="665883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7" name="Google Shape;918;p46"/>
            <p:cNvSpPr/>
            <p:nvPr/>
          </p:nvSpPr>
          <p:spPr>
            <a:xfrm>
              <a:off x="7026120" y="2529000"/>
              <a:ext cx="482400" cy="328320"/>
            </a:xfrm>
            <a:custGeom>
              <a:avLst/>
              <a:gdLst/>
              <a:ahLst/>
              <a:rect l="l" t="t" r="r" b="b"/>
              <a:pathLst>
                <a:path w="859243" h="585552">
                  <a:moveTo>
                    <a:pt x="665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Google Shape;919;p46"/>
            <p:cNvSpPr/>
            <p:nvPr/>
          </p:nvSpPr>
          <p:spPr>
            <a:xfrm>
              <a:off x="7113600" y="1958400"/>
              <a:ext cx="310680" cy="466920"/>
            </a:xfrm>
            <a:custGeom>
              <a:avLst/>
              <a:gdLst/>
              <a:ahLst/>
              <a:rect l="l" t="t" r="r" b="b"/>
              <a:pathLst>
                <a:path w="554222" h="831619">
                  <a:moveTo>
                    <a:pt x="554222" y="575807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Google Shape;920;p46"/>
            <p:cNvSpPr/>
            <p:nvPr/>
          </p:nvSpPr>
          <p:spPr>
            <a:xfrm>
              <a:off x="6315120" y="2478600"/>
              <a:ext cx="1112040" cy="1308600"/>
            </a:xfrm>
            <a:custGeom>
              <a:avLst/>
              <a:gdLst/>
              <a:ahLst/>
              <a:rect l="l" t="t" r="r" b="b"/>
              <a:pathLst>
                <a:path w="1978320" h="2327603">
                  <a:moveTo>
                    <a:pt x="1977656" y="1140566"/>
                  </a:moveTo>
                  <a:lnTo>
                    <a:pt x="0" y="0"/>
                  </a:lnTo>
                  <a:lnTo>
                    <a:pt x="665" y="1029696"/>
                  </a:lnTo>
                  <a:lnTo>
                    <a:pt x="1803548" y="2069350"/>
                  </a:lnTo>
                  <a:lnTo>
                    <a:pt x="1978320" y="2327604"/>
                  </a:lnTo>
                  <a:lnTo>
                    <a:pt x="1977656" y="114056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0" name="Google Shape;921;p46"/>
            <p:cNvSpPr/>
            <p:nvPr/>
          </p:nvSpPr>
          <p:spPr>
            <a:xfrm>
              <a:off x="6197040" y="2547000"/>
              <a:ext cx="418680" cy="398160"/>
            </a:xfrm>
            <a:custGeom>
              <a:avLst/>
              <a:gdLst/>
              <a:ahLst/>
              <a:rect l="l" t="t" r="r" b="b"/>
              <a:pathLst>
                <a:path w="746272" h="709700">
                  <a:moveTo>
                    <a:pt x="0" y="279498"/>
                  </a:moveTo>
                  <a:lnTo>
                    <a:pt x="0" y="0"/>
                  </a:lnTo>
                  <a:lnTo>
                    <a:pt x="746273" y="430202"/>
                  </a:lnTo>
                  <a:lnTo>
                    <a:pt x="746273" y="709700"/>
                  </a:lnTo>
                  <a:lnTo>
                    <a:pt x="0" y="279498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Google Shape;922;p46"/>
            <p:cNvSpPr/>
            <p:nvPr/>
          </p:nvSpPr>
          <p:spPr>
            <a:xfrm>
              <a:off x="6896160" y="2954520"/>
              <a:ext cx="242640" cy="190080"/>
            </a:xfrm>
            <a:custGeom>
              <a:avLst/>
              <a:gdLst/>
              <a:ahLst/>
              <a:rect l="l" t="t" r="r" b="b"/>
              <a:pathLst>
                <a:path w="433276" h="339912">
                  <a:moveTo>
                    <a:pt x="433277" y="249623"/>
                  </a:moveTo>
                  <a:lnTo>
                    <a:pt x="0" y="0"/>
                  </a:lnTo>
                  <a:lnTo>
                    <a:pt x="0" y="90290"/>
                  </a:lnTo>
                  <a:lnTo>
                    <a:pt x="433277" y="339913"/>
                  </a:lnTo>
                  <a:lnTo>
                    <a:pt x="433277" y="249623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2" name="Google Shape;923;p46"/>
            <p:cNvSpPr/>
            <p:nvPr/>
          </p:nvSpPr>
          <p:spPr>
            <a:xfrm>
              <a:off x="6670800" y="2926080"/>
              <a:ext cx="468720" cy="320400"/>
            </a:xfrm>
            <a:custGeom>
              <a:avLst/>
              <a:gdLst/>
              <a:ahLst/>
              <a:rect l="l" t="t" r="r" b="b"/>
              <a:pathLst>
                <a:path w="835320" h="571610">
                  <a:moveTo>
                    <a:pt x="835320" y="48132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835320" y="571611"/>
                  </a:lnTo>
                  <a:lnTo>
                    <a:pt x="835320" y="48132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3" name="Google Shape;924;p46"/>
            <p:cNvSpPr/>
            <p:nvPr/>
          </p:nvSpPr>
          <p:spPr>
            <a:xfrm>
              <a:off x="6572160" y="2970000"/>
              <a:ext cx="568440" cy="378000"/>
            </a:xfrm>
            <a:custGeom>
              <a:avLst/>
              <a:gdLst/>
              <a:ahLst/>
              <a:rect l="l" t="t" r="r" b="b"/>
              <a:pathLst>
                <a:path w="1012086" h="673849">
                  <a:moveTo>
                    <a:pt x="1011422" y="58356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1012087" y="673850"/>
                  </a:lnTo>
                  <a:lnTo>
                    <a:pt x="1011422" y="58356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4" name="Google Shape;925;p46"/>
            <p:cNvSpPr/>
            <p:nvPr/>
          </p:nvSpPr>
          <p:spPr>
            <a:xfrm>
              <a:off x="7199280" y="3124800"/>
              <a:ext cx="125280" cy="186840"/>
            </a:xfrm>
            <a:custGeom>
              <a:avLst/>
              <a:gdLst/>
              <a:ahLst/>
              <a:rect l="l" t="t" r="r" b="b"/>
              <a:pathLst>
                <a:path w="224619" h="333730">
                  <a:moveTo>
                    <a:pt x="6" y="102136"/>
                  </a:moveTo>
                  <a:cubicBezTo>
                    <a:pt x="6" y="187114"/>
                    <a:pt x="50511" y="284706"/>
                    <a:pt x="112313" y="320556"/>
                  </a:cubicBezTo>
                  <a:cubicBezTo>
                    <a:pt x="174115" y="356406"/>
                    <a:pt x="224619" y="316573"/>
                    <a:pt x="224619" y="231595"/>
                  </a:cubicBezTo>
                  <a:cubicBezTo>
                    <a:pt x="224619" y="146616"/>
                    <a:pt x="174115" y="49025"/>
                    <a:pt x="112313" y="13174"/>
                  </a:cubicBezTo>
                  <a:cubicBezTo>
                    <a:pt x="49847" y="-22676"/>
                    <a:pt x="-658" y="17157"/>
                    <a:pt x="6" y="10213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Google Shape;926;p46"/>
            <p:cNvSpPr/>
            <p:nvPr/>
          </p:nvSpPr>
          <p:spPr>
            <a:xfrm>
              <a:off x="6399000" y="1379520"/>
              <a:ext cx="311400" cy="424440"/>
            </a:xfrm>
            <a:custGeom>
              <a:avLst/>
              <a:gdLst/>
              <a:ahLst/>
              <a:rect l="l" t="t" r="r" b="b"/>
              <a:pathLst>
                <a:path w="555551" h="756106">
                  <a:moveTo>
                    <a:pt x="277776" y="9593"/>
                  </a:moveTo>
                  <a:cubicBezTo>
                    <a:pt x="317648" y="32166"/>
                    <a:pt x="349545" y="87932"/>
                    <a:pt x="349545" y="133741"/>
                  </a:cubicBezTo>
                  <a:lnTo>
                    <a:pt x="349545" y="336228"/>
                  </a:lnTo>
                  <a:lnTo>
                    <a:pt x="483781" y="413239"/>
                  </a:lnTo>
                  <a:cubicBezTo>
                    <a:pt x="523653" y="435812"/>
                    <a:pt x="555551" y="491579"/>
                    <a:pt x="555551" y="537387"/>
                  </a:cubicBezTo>
                  <a:cubicBezTo>
                    <a:pt x="555551" y="583196"/>
                    <a:pt x="523653" y="601785"/>
                    <a:pt x="483781" y="579212"/>
                  </a:cubicBezTo>
                  <a:lnTo>
                    <a:pt x="349545" y="502201"/>
                  </a:lnTo>
                  <a:lnTo>
                    <a:pt x="349545" y="704688"/>
                  </a:lnTo>
                  <a:cubicBezTo>
                    <a:pt x="349545" y="750496"/>
                    <a:pt x="317648" y="769085"/>
                    <a:pt x="277776" y="746513"/>
                  </a:cubicBezTo>
                  <a:cubicBezTo>
                    <a:pt x="237903" y="723941"/>
                    <a:pt x="206006" y="668174"/>
                    <a:pt x="206006" y="622365"/>
                  </a:cubicBezTo>
                  <a:lnTo>
                    <a:pt x="206006" y="419878"/>
                  </a:lnTo>
                  <a:lnTo>
                    <a:pt x="71770" y="342867"/>
                  </a:lnTo>
                  <a:cubicBezTo>
                    <a:pt x="31898" y="320295"/>
                    <a:pt x="0" y="264528"/>
                    <a:pt x="0" y="218719"/>
                  </a:cubicBezTo>
                  <a:cubicBezTo>
                    <a:pt x="0" y="172911"/>
                    <a:pt x="31898" y="154322"/>
                    <a:pt x="71770" y="176894"/>
                  </a:cubicBezTo>
                  <a:lnTo>
                    <a:pt x="206006" y="253905"/>
                  </a:lnTo>
                  <a:lnTo>
                    <a:pt x="206006" y="51418"/>
                  </a:lnTo>
                  <a:cubicBezTo>
                    <a:pt x="206006" y="5610"/>
                    <a:pt x="237903" y="-12979"/>
                    <a:pt x="277776" y="9593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743220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NRO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855360" y="1353960"/>
            <a:ext cx="23148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NroBooking: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Almacena la información de la reserva, incluyendo el país y el código ISO, sin embargo esta información se cede al NroGuest. 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c9211e"/>
                </a:solidFill>
                <a:latin typeface="Barlow Light"/>
                <a:ea typeface="Barlow Light"/>
              </a:rPr>
              <a:t>Llama a la clase NroCountry.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/>
          </p:nvPr>
        </p:nvSpPr>
        <p:spPr>
          <a:xfrm>
            <a:off x="3414240" y="1353960"/>
            <a:ext cx="23148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NroGuest: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Incluye la información particular de cada guest, creándose de forma diferente el holder y el resto de guests.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c9211e"/>
                </a:solidFill>
                <a:latin typeface="Barlow Light"/>
                <a:ea typeface="Barlow Light"/>
              </a:rPr>
              <a:t>Llama a la clase NroCountry.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/>
          </p:nvPr>
        </p:nvSpPr>
        <p:spPr>
          <a:xfrm>
            <a:off x="5973120" y="1353960"/>
            <a:ext cx="23148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c9211e"/>
                </a:solidFill>
                <a:latin typeface="Barlow Light"/>
                <a:ea typeface="Barlow Light"/>
              </a:rPr>
              <a:t>NroCountry: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c9211e"/>
                </a:solidFill>
                <a:latin typeface="Barlow Light"/>
                <a:ea typeface="Barlow Light"/>
              </a:rPr>
              <a:t>Clase común para NroBooking y NroGuest que contiene la información del país en cuestión.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470" name="PlaceHolder 5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27844EE4-44BE-415E-BD96-70D7BA3A036C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NRO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855360" y="1353960"/>
            <a:ext cx="3472200" cy="209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createBooking()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La información iterada se crea por apartados: </a:t>
            </a:r>
            <a:r>
              <a:rPr b="0" i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Booking, Guests, Comments, ExtraComment, ExtraServices, PriceDetails, OfferDetails</a:t>
            </a: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.</a:t>
            </a: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Debemos bien crear otro método bien seleccionar el método que queremos modificar para introducir el país. En este caso, deseamos que el País y el Código de País se guarden en formato NroCountry.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606A7021-29AF-402D-9D07-D498A547A987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474" name="" descr=""/>
          <p:cNvPicPr/>
          <p:nvPr/>
        </p:nvPicPr>
        <p:blipFill>
          <a:blip r:embed="rId1"/>
          <a:stretch/>
        </p:blipFill>
        <p:spPr>
          <a:xfrm>
            <a:off x="4543560" y="1277280"/>
            <a:ext cx="4275720" cy="21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NRO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5347080" y="1353960"/>
            <a:ext cx="3472200" cy="209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addGuests()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En este caso hay dos tipos de guests, el holder y los guests normales. A ambos vamos a añadir el elemento NroCountry Country.</a:t>
            </a: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Obtendrán la información de su propia Row, es decir, de su campo en la base de datos y no de la reserva como hacía el holder previamente: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6EBE293C-07EE-40D0-9E7F-DE53BD3E442A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478" name="" descr=""/>
          <p:cNvPicPr/>
          <p:nvPr/>
        </p:nvPicPr>
        <p:blipFill>
          <a:blip r:embed="rId1"/>
          <a:stretch/>
        </p:blipFill>
        <p:spPr>
          <a:xfrm>
            <a:off x="360000" y="1463400"/>
            <a:ext cx="4679280" cy="3395880"/>
          </a:xfrm>
          <a:prstGeom prst="rect">
            <a:avLst/>
          </a:prstGeom>
          <a:ln w="0">
            <a:noFill/>
          </a:ln>
        </p:spPr>
      </p:pic>
      <p:pic>
        <p:nvPicPr>
          <p:cNvPr id="479" name="" descr=""/>
          <p:cNvPicPr/>
          <p:nvPr/>
        </p:nvPicPr>
        <p:blipFill>
          <a:blip r:embed="rId2"/>
          <a:stretch/>
        </p:blipFill>
        <p:spPr>
          <a:xfrm>
            <a:off x="5347080" y="3420000"/>
            <a:ext cx="3053160" cy="132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855360" y="1533960"/>
            <a:ext cx="5109840" cy="11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ff9e44"/>
                </a:solidFill>
                <a:latin typeface="Barlow"/>
                <a:ea typeface="Barlow"/>
              </a:rPr>
              <a:t>3. Modelo de la solución</a:t>
            </a:r>
            <a:endParaRPr b="0" lang="es-ES" sz="3600" spc="-1" strike="noStrike"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subTitle"/>
          </p:nvPr>
        </p:nvSpPr>
        <p:spPr>
          <a:xfrm>
            <a:off x="855360" y="2714400"/>
            <a:ext cx="510984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Transformación del modelo NRO al modelo de la solución.</a:t>
            </a:r>
            <a:endParaRPr b="0" lang="es-ES" sz="2400" spc="-1" strike="noStrike">
              <a:latin typeface="Arial"/>
            </a:endParaRPr>
          </a:p>
        </p:txBody>
      </p:sp>
      <p:grpSp>
        <p:nvGrpSpPr>
          <p:cNvPr id="482" name="Grupo 22"/>
          <p:cNvGrpSpPr/>
          <p:nvPr/>
        </p:nvGrpSpPr>
        <p:grpSpPr>
          <a:xfrm>
            <a:off x="5676840" y="1130400"/>
            <a:ext cx="3045600" cy="2867760"/>
            <a:chOff x="5676840" y="1130400"/>
            <a:chExt cx="3045600" cy="2867760"/>
          </a:xfrm>
        </p:grpSpPr>
        <p:sp>
          <p:nvSpPr>
            <p:cNvPr id="483" name="Google Shape;851;p 2"/>
            <p:cNvSpPr/>
            <p:nvPr/>
          </p:nvSpPr>
          <p:spPr>
            <a:xfrm>
              <a:off x="6284880" y="1465560"/>
              <a:ext cx="747720" cy="806760"/>
            </a:xfrm>
            <a:custGeom>
              <a:avLst/>
              <a:gdLst/>
              <a:ahLst/>
              <a:rect l="l" t="t" r="r" b="b"/>
              <a:pathLst>
                <a:path w="1784563" h="1925515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Google Shape;852;p 2"/>
            <p:cNvSpPr/>
            <p:nvPr/>
          </p:nvSpPr>
          <p:spPr>
            <a:xfrm>
              <a:off x="6477480" y="166608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Google Shape;853;p 2"/>
            <p:cNvSpPr/>
            <p:nvPr/>
          </p:nvSpPr>
          <p:spPr>
            <a:xfrm>
              <a:off x="6476760" y="17586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6" name="Google Shape;854;p 2"/>
            <p:cNvSpPr/>
            <p:nvPr/>
          </p:nvSpPr>
          <p:spPr>
            <a:xfrm>
              <a:off x="6353640" y="159372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Google Shape;855;p 2"/>
            <p:cNvSpPr/>
            <p:nvPr/>
          </p:nvSpPr>
          <p:spPr>
            <a:xfrm>
              <a:off x="7975080" y="3191400"/>
              <a:ext cx="747360" cy="806760"/>
            </a:xfrm>
            <a:custGeom>
              <a:avLst/>
              <a:gdLst/>
              <a:ahLst/>
              <a:rect l="l" t="t" r="r" b="b"/>
              <a:pathLst>
                <a:path w="1783739" h="1925515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8" name="Google Shape;856;p 2"/>
            <p:cNvSpPr/>
            <p:nvPr/>
          </p:nvSpPr>
          <p:spPr>
            <a:xfrm>
              <a:off x="8167680" y="339192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Google Shape;857;p 2"/>
            <p:cNvSpPr/>
            <p:nvPr/>
          </p:nvSpPr>
          <p:spPr>
            <a:xfrm>
              <a:off x="8166960" y="34848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Google Shape;858;p 2"/>
            <p:cNvSpPr/>
            <p:nvPr/>
          </p:nvSpPr>
          <p:spPr>
            <a:xfrm>
              <a:off x="8043840" y="331956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" name="Google Shape;859;p 2"/>
            <p:cNvSpPr/>
            <p:nvPr/>
          </p:nvSpPr>
          <p:spPr>
            <a:xfrm>
              <a:off x="7262640" y="113040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5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" name="Google Shape;860;p 2"/>
            <p:cNvSpPr/>
            <p:nvPr/>
          </p:nvSpPr>
          <p:spPr>
            <a:xfrm>
              <a:off x="7091640" y="124416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4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3" name="Google Shape;861;p 2"/>
            <p:cNvSpPr/>
            <p:nvPr/>
          </p:nvSpPr>
          <p:spPr>
            <a:xfrm>
              <a:off x="7667280" y="1259280"/>
              <a:ext cx="604080" cy="1959840"/>
            </a:xfrm>
            <a:custGeom>
              <a:avLst/>
              <a:gdLst/>
              <a:ahLst/>
              <a:rect l="l" t="t" r="r" b="b"/>
              <a:pathLst>
                <a:path w="1442487" h="4672836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4" name="Google Shape;862;p 2"/>
            <p:cNvSpPr/>
            <p:nvPr/>
          </p:nvSpPr>
          <p:spPr>
            <a:xfrm>
              <a:off x="6937200" y="2296800"/>
              <a:ext cx="693360" cy="1656360"/>
            </a:xfrm>
            <a:custGeom>
              <a:avLst/>
              <a:gdLst/>
              <a:ahLst/>
              <a:rect l="l" t="t" r="r" b="b"/>
              <a:pathLst>
                <a:path w="1655151" h="3949944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" name="Google Shape;863;p 2"/>
            <p:cNvSpPr/>
            <p:nvPr/>
          </p:nvSpPr>
          <p:spPr>
            <a:xfrm>
              <a:off x="7026840" y="3040200"/>
              <a:ext cx="523440" cy="744120"/>
            </a:xfrm>
            <a:custGeom>
              <a:avLst/>
              <a:gdLst/>
              <a:ahLst/>
              <a:rect l="l" t="t" r="r" b="b"/>
              <a:pathLst>
                <a:path w="1250431" h="177632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6" name="Google Shape;864;p 2"/>
            <p:cNvSpPr/>
            <p:nvPr/>
          </p:nvSpPr>
          <p:spPr>
            <a:xfrm>
              <a:off x="7036200" y="273672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Google Shape;865;p 2"/>
            <p:cNvSpPr/>
            <p:nvPr/>
          </p:nvSpPr>
          <p:spPr>
            <a:xfrm>
              <a:off x="7037280" y="282960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" name="Google Shape;866;p 2"/>
            <p:cNvSpPr/>
            <p:nvPr/>
          </p:nvSpPr>
          <p:spPr>
            <a:xfrm>
              <a:off x="7036920" y="2919240"/>
              <a:ext cx="458280" cy="298800"/>
            </a:xfrm>
            <a:custGeom>
              <a:avLst/>
              <a:gdLst/>
              <a:ahLst/>
              <a:rect l="l" t="t" r="r" b="b"/>
              <a:pathLst>
                <a:path w="1094642" h="714649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Google Shape;867;p 2"/>
            <p:cNvSpPr/>
            <p:nvPr/>
          </p:nvSpPr>
          <p:spPr>
            <a:xfrm>
              <a:off x="6937200" y="2296800"/>
              <a:ext cx="693720" cy="601560"/>
            </a:xfrm>
            <a:custGeom>
              <a:avLst/>
              <a:gdLst/>
              <a:ahLst/>
              <a:rect l="l" t="t" r="r" b="b"/>
              <a:pathLst>
                <a:path w="1655976" h="1435893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0" name="Google Shape;868;p 2"/>
            <p:cNvSpPr/>
            <p:nvPr/>
          </p:nvSpPr>
          <p:spPr>
            <a:xfrm>
              <a:off x="7022160" y="2414160"/>
              <a:ext cx="87120" cy="129240"/>
            </a:xfrm>
            <a:custGeom>
              <a:avLst/>
              <a:gdLst/>
              <a:ahLst/>
              <a:rect l="l" t="t" r="r" b="b"/>
              <a:pathLst>
                <a:path w="210191" h="310309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1" name="Google Shape;869;p 2"/>
            <p:cNvSpPr/>
            <p:nvPr/>
          </p:nvSpPr>
          <p:spPr>
            <a:xfrm>
              <a:off x="7347600" y="2846880"/>
              <a:ext cx="470520" cy="447480"/>
            </a:xfrm>
            <a:custGeom>
              <a:avLst/>
              <a:gdLst/>
              <a:ahLst/>
              <a:rect l="l" t="t" r="r" b="b"/>
              <a:pathLst>
                <a:path w="1123491" h="1069089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Google Shape;870;p 2"/>
            <p:cNvSpPr/>
            <p:nvPr/>
          </p:nvSpPr>
          <p:spPr>
            <a:xfrm>
              <a:off x="5785920" y="1645560"/>
              <a:ext cx="1028520" cy="1211400"/>
            </a:xfrm>
            <a:custGeom>
              <a:avLst/>
              <a:gdLst/>
              <a:ahLst/>
              <a:rect l="l" t="t" r="r" b="b"/>
              <a:pathLst>
                <a:path w="2453878" h="2889921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Google Shape;871;p 2"/>
            <p:cNvSpPr/>
            <p:nvPr/>
          </p:nvSpPr>
          <p:spPr>
            <a:xfrm>
              <a:off x="5676840" y="1708560"/>
              <a:ext cx="387360" cy="368640"/>
            </a:xfrm>
            <a:custGeom>
              <a:avLst/>
              <a:gdLst/>
              <a:ahLst/>
              <a:rect l="l" t="t" r="r" b="b"/>
              <a:pathLst>
                <a:path w="925665" h="881154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Google Shape;872;p 2"/>
            <p:cNvSpPr/>
            <p:nvPr/>
          </p:nvSpPr>
          <p:spPr>
            <a:xfrm>
              <a:off x="6323760" y="2086200"/>
              <a:ext cx="224280" cy="176040"/>
            </a:xfrm>
            <a:custGeom>
              <a:avLst/>
              <a:gdLst/>
              <a:ahLst/>
              <a:rect l="l" t="t" r="r" b="b"/>
              <a:pathLst>
                <a:path w="537429" h="42203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5" name="Google Shape;873;p 2"/>
            <p:cNvSpPr/>
            <p:nvPr/>
          </p:nvSpPr>
          <p:spPr>
            <a:xfrm>
              <a:off x="6114960" y="2059920"/>
              <a:ext cx="433800" cy="296640"/>
            </a:xfrm>
            <a:custGeom>
              <a:avLst/>
              <a:gdLst/>
              <a:ahLst/>
              <a:rect l="l" t="t" r="r" b="b"/>
              <a:pathLst>
                <a:path w="1036118" h="709704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Google Shape;874;p 2"/>
            <p:cNvSpPr/>
            <p:nvPr/>
          </p:nvSpPr>
          <p:spPr>
            <a:xfrm>
              <a:off x="6023160" y="2100600"/>
              <a:ext cx="525600" cy="349920"/>
            </a:xfrm>
            <a:custGeom>
              <a:avLst/>
              <a:gdLst/>
              <a:ahLst/>
              <a:rect l="l" t="t" r="r" b="b"/>
              <a:pathLst>
                <a:path w="1255376" h="836643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Google Shape;875;p 2"/>
            <p:cNvSpPr/>
            <p:nvPr/>
          </p:nvSpPr>
          <p:spPr>
            <a:xfrm>
              <a:off x="6603480" y="2243880"/>
              <a:ext cx="115920" cy="172800"/>
            </a:xfrm>
            <a:custGeom>
              <a:avLst/>
              <a:gdLst/>
              <a:ahLst/>
              <a:rect l="l" t="t" r="r" b="b"/>
              <a:pathLst>
                <a:path w="278606" h="414354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8" name="Google Shape;876;p 2"/>
            <p:cNvSpPr/>
            <p:nvPr/>
          </p:nvSpPr>
          <p:spPr>
            <a:xfrm>
              <a:off x="6337800" y="2783880"/>
              <a:ext cx="288000" cy="392760"/>
            </a:xfrm>
            <a:custGeom>
              <a:avLst/>
              <a:gdLst/>
              <a:ahLst/>
              <a:rect l="l" t="t" r="r" b="b"/>
              <a:pathLst>
                <a:path w="689097" h="938791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/>
          </p:nvPr>
        </p:nvSpPr>
        <p:spPr>
          <a:xfrm>
            <a:off x="855360" y="1353960"/>
            <a:ext cx="24786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Booking: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Almacena la información de la reserva, pero no incluye el país.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DE LA SOLUCIÓN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/>
          </p:nvPr>
        </p:nvSpPr>
        <p:spPr>
          <a:xfrm>
            <a:off x="3682800" y="1353960"/>
            <a:ext cx="24786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Guest: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Incluye la información particular de cada guest, incluyendo el país.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Contiene una clase Country.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F02944EE-9926-4795-BA1A-DDF3504DF095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grpSp>
        <p:nvGrpSpPr>
          <p:cNvPr id="513" name="Grupo 24"/>
          <p:cNvGrpSpPr/>
          <p:nvPr/>
        </p:nvGrpSpPr>
        <p:grpSpPr>
          <a:xfrm>
            <a:off x="6114960" y="720360"/>
            <a:ext cx="2730600" cy="3851640"/>
            <a:chOff x="6114960" y="720360"/>
            <a:chExt cx="2730600" cy="3851640"/>
          </a:xfrm>
        </p:grpSpPr>
        <p:sp>
          <p:nvSpPr>
            <p:cNvPr id="514" name="Google Shape;902;p 2"/>
            <p:cNvSpPr/>
            <p:nvPr/>
          </p:nvSpPr>
          <p:spPr>
            <a:xfrm>
              <a:off x="7624800" y="1879200"/>
              <a:ext cx="1220760" cy="1245240"/>
            </a:xfrm>
            <a:custGeom>
              <a:avLst/>
              <a:gdLst/>
              <a:ahLst/>
              <a:rect l="l" t="t" r="r" b="b"/>
              <a:pathLst>
                <a:path w="2171751" h="2215389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5" name="Google Shape;903;p 2"/>
            <p:cNvSpPr/>
            <p:nvPr/>
          </p:nvSpPr>
          <p:spPr>
            <a:xfrm>
              <a:off x="7885440" y="720360"/>
              <a:ext cx="693360" cy="1052280"/>
            </a:xfrm>
            <a:custGeom>
              <a:avLst/>
              <a:gdLst/>
              <a:ahLst/>
              <a:rect l="l" t="t" r="r" b="b"/>
              <a:pathLst>
                <a:path w="1234041" h="1872301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6" y="1601370"/>
                    <a:pt x="0" y="1053660"/>
                    <a:pt x="0" y="576322"/>
                  </a:cubicBezTo>
                  <a:cubicBezTo>
                    <a:pt x="0" y="98983"/>
                    <a:pt x="276446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6" name="Google Shape;904;p 2"/>
            <p:cNvSpPr/>
            <p:nvPr/>
          </p:nvSpPr>
          <p:spPr>
            <a:xfrm>
              <a:off x="7475400" y="1991160"/>
              <a:ext cx="1220760" cy="1245240"/>
            </a:xfrm>
            <a:custGeom>
              <a:avLst/>
              <a:gdLst/>
              <a:ahLst/>
              <a:rect l="l" t="t" r="r" b="b"/>
              <a:pathLst>
                <a:path w="2171751" h="2215389">
                  <a:moveTo>
                    <a:pt x="1085938" y="128507"/>
                  </a:moveTo>
                  <a:cubicBezTo>
                    <a:pt x="536368" y="-192153"/>
                    <a:pt x="81826" y="107926"/>
                    <a:pt x="1417" y="799037"/>
                  </a:cubicBezTo>
                  <a:cubicBezTo>
                    <a:pt x="-12538" y="919202"/>
                    <a:pt x="78503" y="1077208"/>
                    <a:pt x="188816" y="1141605"/>
                  </a:cubicBezTo>
                  <a:lnTo>
                    <a:pt x="1982396" y="2187898"/>
                  </a:lnTo>
                  <a:cubicBezTo>
                    <a:pt x="2092709" y="2252296"/>
                    <a:pt x="2183750" y="2200512"/>
                    <a:pt x="2170459" y="2064414"/>
                  </a:cubicBezTo>
                  <a:cubicBezTo>
                    <a:pt x="2090050" y="1279031"/>
                    <a:pt x="1635509" y="448502"/>
                    <a:pt x="1085938" y="128507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7" name="Google Shape;905;p 2"/>
            <p:cNvSpPr/>
            <p:nvPr/>
          </p:nvSpPr>
          <p:spPr>
            <a:xfrm>
              <a:off x="7736040" y="831960"/>
              <a:ext cx="693360" cy="1052280"/>
            </a:xfrm>
            <a:custGeom>
              <a:avLst/>
              <a:gdLst/>
              <a:ahLst/>
              <a:rect l="l" t="t" r="r" b="b"/>
              <a:pathLst>
                <a:path w="1234041" h="1872301">
                  <a:moveTo>
                    <a:pt x="1234041" y="1295980"/>
                  </a:moveTo>
                  <a:cubicBezTo>
                    <a:pt x="1234041" y="1773318"/>
                    <a:pt x="957595" y="1999041"/>
                    <a:pt x="616688" y="1799874"/>
                  </a:cubicBezTo>
                  <a:cubicBezTo>
                    <a:pt x="276447" y="1601370"/>
                    <a:pt x="0" y="1053660"/>
                    <a:pt x="0" y="576322"/>
                  </a:cubicBezTo>
                  <a:cubicBezTo>
                    <a:pt x="0" y="98983"/>
                    <a:pt x="276447" y="-126740"/>
                    <a:pt x="617353" y="72428"/>
                  </a:cubicBezTo>
                  <a:cubicBezTo>
                    <a:pt x="958259" y="270931"/>
                    <a:pt x="1234041" y="819306"/>
                    <a:pt x="1234041" y="1295980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Google Shape;906;p 2"/>
            <p:cNvSpPr/>
            <p:nvPr/>
          </p:nvSpPr>
          <p:spPr>
            <a:xfrm>
              <a:off x="6114960" y="1799640"/>
              <a:ext cx="695520" cy="762840"/>
            </a:xfrm>
            <a:custGeom>
              <a:avLst/>
              <a:gdLst/>
              <a:ahLst/>
              <a:rect l="l" t="t" r="r" b="b"/>
              <a:pathLst>
                <a:path w="1238028" h="1357658">
                  <a:moveTo>
                    <a:pt x="1237364" y="713683"/>
                  </a:moveTo>
                  <a:lnTo>
                    <a:pt x="0" y="0"/>
                  </a:lnTo>
                  <a:lnTo>
                    <a:pt x="0" y="643975"/>
                  </a:lnTo>
                  <a:lnTo>
                    <a:pt x="1238028" y="1357658"/>
                  </a:lnTo>
                  <a:lnTo>
                    <a:pt x="1237364" y="713683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9" name="Google Shape;907;p 2"/>
            <p:cNvSpPr/>
            <p:nvPr/>
          </p:nvSpPr>
          <p:spPr>
            <a:xfrm>
              <a:off x="6176880" y="1920960"/>
              <a:ext cx="78120" cy="116280"/>
            </a:xfrm>
            <a:custGeom>
              <a:avLst/>
              <a:gdLst/>
              <a:ahLst/>
              <a:rect l="l" t="t" r="r" b="b"/>
              <a:pathLst>
                <a:path w="140881" h="208525">
                  <a:moveTo>
                    <a:pt x="140881" y="144760"/>
                  </a:moveTo>
                  <a:cubicBezTo>
                    <a:pt x="140881" y="197872"/>
                    <a:pt x="109648" y="222435"/>
                    <a:pt x="70441" y="200527"/>
                  </a:cubicBezTo>
                  <a:cubicBezTo>
                    <a:pt x="31898" y="177955"/>
                    <a:pt x="0" y="116877"/>
                    <a:pt x="0" y="63765"/>
                  </a:cubicBezTo>
                  <a:cubicBezTo>
                    <a:pt x="0" y="10654"/>
                    <a:pt x="31233" y="-13910"/>
                    <a:pt x="70441" y="7999"/>
                  </a:cubicBezTo>
                  <a:cubicBezTo>
                    <a:pt x="109648" y="30571"/>
                    <a:pt x="140881" y="91649"/>
                    <a:pt x="140881" y="14476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0" name="Google Shape;908;p 2"/>
            <p:cNvSpPr/>
            <p:nvPr/>
          </p:nvSpPr>
          <p:spPr>
            <a:xfrm>
              <a:off x="6291720" y="1990800"/>
              <a:ext cx="226440" cy="180720"/>
            </a:xfrm>
            <a:custGeom>
              <a:avLst/>
              <a:gdLst/>
              <a:ahLst/>
              <a:rect l="l" t="t" r="r" b="b"/>
              <a:pathLst>
                <a:path w="404701" h="323315">
                  <a:moveTo>
                    <a:pt x="0" y="0"/>
                  </a:moveTo>
                  <a:lnTo>
                    <a:pt x="404702" y="233026"/>
                  </a:lnTo>
                  <a:lnTo>
                    <a:pt x="404702" y="323315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1" name="Google Shape;909;p 2"/>
            <p:cNvSpPr/>
            <p:nvPr/>
          </p:nvSpPr>
          <p:spPr>
            <a:xfrm>
              <a:off x="6292800" y="2093040"/>
              <a:ext cx="444960" cy="307080"/>
            </a:xfrm>
            <a:custGeom>
              <a:avLst/>
              <a:gdLst/>
              <a:ahLst/>
              <a:rect l="l" t="t" r="r" b="b"/>
              <a:pathLst>
                <a:path w="792790" h="547710">
                  <a:moveTo>
                    <a:pt x="0" y="0"/>
                  </a:moveTo>
                  <a:lnTo>
                    <a:pt x="792790" y="457421"/>
                  </a:lnTo>
                  <a:lnTo>
                    <a:pt x="792790" y="547711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2" name="Google Shape;910;p 2"/>
            <p:cNvSpPr/>
            <p:nvPr/>
          </p:nvSpPr>
          <p:spPr>
            <a:xfrm>
              <a:off x="7904880" y="2564280"/>
              <a:ext cx="698400" cy="1907280"/>
            </a:xfrm>
            <a:custGeom>
              <a:avLst/>
              <a:gdLst/>
              <a:ahLst/>
              <a:rect l="l" t="t" r="r" b="b"/>
              <a:pathLst>
                <a:path w="1243344" h="3391822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3" name="Google Shape;911;p 2"/>
            <p:cNvSpPr/>
            <p:nvPr/>
          </p:nvSpPr>
          <p:spPr>
            <a:xfrm>
              <a:off x="7788240" y="2664720"/>
              <a:ext cx="698760" cy="1907280"/>
            </a:xfrm>
            <a:custGeom>
              <a:avLst/>
              <a:gdLst/>
              <a:ahLst/>
              <a:rect l="l" t="t" r="r" b="b"/>
              <a:pathLst>
                <a:path w="1244009" h="3391822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4" name="Google Shape;912;p 2"/>
            <p:cNvSpPr/>
            <p:nvPr/>
          </p:nvSpPr>
          <p:spPr>
            <a:xfrm>
              <a:off x="7855920" y="3615480"/>
              <a:ext cx="560880" cy="373680"/>
            </a:xfrm>
            <a:custGeom>
              <a:avLst/>
              <a:gdLst/>
              <a:ahLst/>
              <a:rect l="l" t="t" r="r" b="b"/>
              <a:pathLst>
                <a:path w="998795" h="665883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5" name="Google Shape;913;p 2"/>
            <p:cNvSpPr/>
            <p:nvPr/>
          </p:nvSpPr>
          <p:spPr>
            <a:xfrm>
              <a:off x="7895160" y="3737160"/>
              <a:ext cx="482400" cy="328320"/>
            </a:xfrm>
            <a:custGeom>
              <a:avLst/>
              <a:gdLst/>
              <a:ahLst/>
              <a:rect l="l" t="t" r="r" b="b"/>
              <a:pathLst>
                <a:path w="859243" h="585552">
                  <a:moveTo>
                    <a:pt x="0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6" name="Google Shape;914;p 2"/>
            <p:cNvSpPr/>
            <p:nvPr/>
          </p:nvSpPr>
          <p:spPr>
            <a:xfrm>
              <a:off x="7982280" y="3166200"/>
              <a:ext cx="310680" cy="466920"/>
            </a:xfrm>
            <a:custGeom>
              <a:avLst/>
              <a:gdLst/>
              <a:ahLst/>
              <a:rect l="l" t="t" r="r" b="b"/>
              <a:pathLst>
                <a:path w="554222" h="831619">
                  <a:moveTo>
                    <a:pt x="554222" y="575808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7" name="Google Shape;915;p 2"/>
            <p:cNvSpPr/>
            <p:nvPr/>
          </p:nvSpPr>
          <p:spPr>
            <a:xfrm>
              <a:off x="7036560" y="1356120"/>
              <a:ext cx="698400" cy="1907280"/>
            </a:xfrm>
            <a:custGeom>
              <a:avLst/>
              <a:gdLst/>
              <a:ahLst/>
              <a:rect l="l" t="t" r="r" b="b"/>
              <a:pathLst>
                <a:path w="1243344" h="3391821">
                  <a:moveTo>
                    <a:pt x="0" y="0"/>
                  </a:moveTo>
                  <a:lnTo>
                    <a:pt x="1243345" y="717003"/>
                  </a:lnTo>
                  <a:lnTo>
                    <a:pt x="1243345" y="3391822"/>
                  </a:lnTo>
                  <a:lnTo>
                    <a:pt x="0" y="2674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8" name="Google Shape;916;p 2"/>
            <p:cNvSpPr/>
            <p:nvPr/>
          </p:nvSpPr>
          <p:spPr>
            <a:xfrm>
              <a:off x="6919920" y="1458000"/>
              <a:ext cx="698760" cy="1907280"/>
            </a:xfrm>
            <a:custGeom>
              <a:avLst/>
              <a:gdLst/>
              <a:ahLst/>
              <a:rect l="l" t="t" r="r" b="b"/>
              <a:pathLst>
                <a:path w="1244009" h="3391822">
                  <a:moveTo>
                    <a:pt x="1244009" y="717003"/>
                  </a:moveTo>
                  <a:lnTo>
                    <a:pt x="0" y="0"/>
                  </a:lnTo>
                  <a:lnTo>
                    <a:pt x="0" y="2674819"/>
                  </a:lnTo>
                  <a:lnTo>
                    <a:pt x="1243345" y="3391822"/>
                  </a:lnTo>
                  <a:lnTo>
                    <a:pt x="1244009" y="717003"/>
                  </a:lnTo>
                  <a:close/>
                  <a:moveTo>
                    <a:pt x="405366" y="404974"/>
                  </a:moveTo>
                  <a:lnTo>
                    <a:pt x="820701" y="643975"/>
                  </a:lnTo>
                  <a:lnTo>
                    <a:pt x="820701" y="750198"/>
                  </a:lnTo>
                  <a:lnTo>
                    <a:pt x="405366" y="514516"/>
                  </a:lnTo>
                  <a:lnTo>
                    <a:pt x="405366" y="404974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9" name="Google Shape;917;p 2"/>
            <p:cNvSpPr/>
            <p:nvPr/>
          </p:nvSpPr>
          <p:spPr>
            <a:xfrm>
              <a:off x="6987240" y="2407320"/>
              <a:ext cx="560880" cy="373680"/>
            </a:xfrm>
            <a:custGeom>
              <a:avLst/>
              <a:gdLst/>
              <a:ahLst/>
              <a:rect l="l" t="t" r="r" b="b"/>
              <a:pathLst>
                <a:path w="998795" h="665883">
                  <a:moveTo>
                    <a:pt x="0" y="0"/>
                  </a:moveTo>
                  <a:lnTo>
                    <a:pt x="998796" y="575594"/>
                  </a:lnTo>
                  <a:lnTo>
                    <a:pt x="998796" y="665883"/>
                  </a:lnTo>
                  <a:lnTo>
                    <a:pt x="0" y="90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Google Shape;918;p 2"/>
            <p:cNvSpPr/>
            <p:nvPr/>
          </p:nvSpPr>
          <p:spPr>
            <a:xfrm>
              <a:off x="7026120" y="2529000"/>
              <a:ext cx="482400" cy="328320"/>
            </a:xfrm>
            <a:custGeom>
              <a:avLst/>
              <a:gdLst/>
              <a:ahLst/>
              <a:rect l="l" t="t" r="r" b="b"/>
              <a:pathLst>
                <a:path w="859243" h="585552">
                  <a:moveTo>
                    <a:pt x="665" y="0"/>
                  </a:moveTo>
                  <a:lnTo>
                    <a:pt x="859243" y="495263"/>
                  </a:lnTo>
                  <a:lnTo>
                    <a:pt x="859243" y="585552"/>
                  </a:lnTo>
                  <a:lnTo>
                    <a:pt x="0" y="9028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1" name="Google Shape;919;p 2"/>
            <p:cNvSpPr/>
            <p:nvPr/>
          </p:nvSpPr>
          <p:spPr>
            <a:xfrm>
              <a:off x="7113600" y="1958400"/>
              <a:ext cx="310680" cy="466920"/>
            </a:xfrm>
            <a:custGeom>
              <a:avLst/>
              <a:gdLst/>
              <a:ahLst/>
              <a:rect l="l" t="t" r="r" b="b"/>
              <a:pathLst>
                <a:path w="554222" h="831619">
                  <a:moveTo>
                    <a:pt x="554222" y="575807"/>
                  </a:moveTo>
                  <a:cubicBezTo>
                    <a:pt x="554222" y="364026"/>
                    <a:pt x="429954" y="120378"/>
                    <a:pt x="277111" y="32080"/>
                  </a:cubicBezTo>
                  <a:cubicBezTo>
                    <a:pt x="124268" y="-56217"/>
                    <a:pt x="0" y="44030"/>
                    <a:pt x="0" y="255812"/>
                  </a:cubicBezTo>
                  <a:cubicBezTo>
                    <a:pt x="0" y="467593"/>
                    <a:pt x="124268" y="711241"/>
                    <a:pt x="277111" y="799539"/>
                  </a:cubicBezTo>
                  <a:cubicBezTo>
                    <a:pt x="429954" y="887837"/>
                    <a:pt x="554222" y="787589"/>
                    <a:pt x="554222" y="57580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2" name="Google Shape;920;p 2"/>
            <p:cNvSpPr/>
            <p:nvPr/>
          </p:nvSpPr>
          <p:spPr>
            <a:xfrm>
              <a:off x="6315120" y="2478600"/>
              <a:ext cx="1112040" cy="1308600"/>
            </a:xfrm>
            <a:custGeom>
              <a:avLst/>
              <a:gdLst/>
              <a:ahLst/>
              <a:rect l="l" t="t" r="r" b="b"/>
              <a:pathLst>
                <a:path w="1978320" h="2327603">
                  <a:moveTo>
                    <a:pt x="1977656" y="1140566"/>
                  </a:moveTo>
                  <a:lnTo>
                    <a:pt x="0" y="0"/>
                  </a:lnTo>
                  <a:lnTo>
                    <a:pt x="665" y="1029696"/>
                  </a:lnTo>
                  <a:lnTo>
                    <a:pt x="1803548" y="2069350"/>
                  </a:lnTo>
                  <a:lnTo>
                    <a:pt x="1978320" y="2327604"/>
                  </a:lnTo>
                  <a:lnTo>
                    <a:pt x="1977656" y="114056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3" name="Google Shape;921;p 2"/>
            <p:cNvSpPr/>
            <p:nvPr/>
          </p:nvSpPr>
          <p:spPr>
            <a:xfrm>
              <a:off x="6197040" y="2547000"/>
              <a:ext cx="418680" cy="398160"/>
            </a:xfrm>
            <a:custGeom>
              <a:avLst/>
              <a:gdLst/>
              <a:ahLst/>
              <a:rect l="l" t="t" r="r" b="b"/>
              <a:pathLst>
                <a:path w="746272" h="709700">
                  <a:moveTo>
                    <a:pt x="0" y="279498"/>
                  </a:moveTo>
                  <a:lnTo>
                    <a:pt x="0" y="0"/>
                  </a:lnTo>
                  <a:lnTo>
                    <a:pt x="746273" y="430202"/>
                  </a:lnTo>
                  <a:lnTo>
                    <a:pt x="746273" y="709700"/>
                  </a:lnTo>
                  <a:lnTo>
                    <a:pt x="0" y="279498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4" name="Google Shape;922;p 2"/>
            <p:cNvSpPr/>
            <p:nvPr/>
          </p:nvSpPr>
          <p:spPr>
            <a:xfrm>
              <a:off x="6896160" y="2954520"/>
              <a:ext cx="242640" cy="190080"/>
            </a:xfrm>
            <a:custGeom>
              <a:avLst/>
              <a:gdLst/>
              <a:ahLst/>
              <a:rect l="l" t="t" r="r" b="b"/>
              <a:pathLst>
                <a:path w="433276" h="339912">
                  <a:moveTo>
                    <a:pt x="433277" y="249623"/>
                  </a:moveTo>
                  <a:lnTo>
                    <a:pt x="0" y="0"/>
                  </a:lnTo>
                  <a:lnTo>
                    <a:pt x="0" y="90290"/>
                  </a:lnTo>
                  <a:lnTo>
                    <a:pt x="433277" y="339913"/>
                  </a:lnTo>
                  <a:lnTo>
                    <a:pt x="433277" y="249623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5" name="Google Shape;923;p 2"/>
            <p:cNvSpPr/>
            <p:nvPr/>
          </p:nvSpPr>
          <p:spPr>
            <a:xfrm>
              <a:off x="6670800" y="2926080"/>
              <a:ext cx="468720" cy="320400"/>
            </a:xfrm>
            <a:custGeom>
              <a:avLst/>
              <a:gdLst/>
              <a:ahLst/>
              <a:rect l="l" t="t" r="r" b="b"/>
              <a:pathLst>
                <a:path w="835320" h="571610">
                  <a:moveTo>
                    <a:pt x="835320" y="48132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835320" y="571611"/>
                  </a:lnTo>
                  <a:lnTo>
                    <a:pt x="835320" y="48132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6" name="Google Shape;924;p 2"/>
            <p:cNvSpPr/>
            <p:nvPr/>
          </p:nvSpPr>
          <p:spPr>
            <a:xfrm>
              <a:off x="6572160" y="2970000"/>
              <a:ext cx="568440" cy="378000"/>
            </a:xfrm>
            <a:custGeom>
              <a:avLst/>
              <a:gdLst/>
              <a:ahLst/>
              <a:rect l="l" t="t" r="r" b="b"/>
              <a:pathLst>
                <a:path w="1012086" h="673849">
                  <a:moveTo>
                    <a:pt x="1011422" y="583561"/>
                  </a:moveTo>
                  <a:lnTo>
                    <a:pt x="0" y="0"/>
                  </a:lnTo>
                  <a:lnTo>
                    <a:pt x="0" y="90289"/>
                  </a:lnTo>
                  <a:lnTo>
                    <a:pt x="1012087" y="673850"/>
                  </a:lnTo>
                  <a:lnTo>
                    <a:pt x="1011422" y="58356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7" name="Google Shape;925;p 2"/>
            <p:cNvSpPr/>
            <p:nvPr/>
          </p:nvSpPr>
          <p:spPr>
            <a:xfrm>
              <a:off x="7199280" y="3124800"/>
              <a:ext cx="125280" cy="186840"/>
            </a:xfrm>
            <a:custGeom>
              <a:avLst/>
              <a:gdLst/>
              <a:ahLst/>
              <a:rect l="l" t="t" r="r" b="b"/>
              <a:pathLst>
                <a:path w="224619" h="333730">
                  <a:moveTo>
                    <a:pt x="6" y="102136"/>
                  </a:moveTo>
                  <a:cubicBezTo>
                    <a:pt x="6" y="187114"/>
                    <a:pt x="50511" y="284706"/>
                    <a:pt x="112313" y="320556"/>
                  </a:cubicBezTo>
                  <a:cubicBezTo>
                    <a:pt x="174115" y="356406"/>
                    <a:pt x="224619" y="316573"/>
                    <a:pt x="224619" y="231595"/>
                  </a:cubicBezTo>
                  <a:cubicBezTo>
                    <a:pt x="224619" y="146616"/>
                    <a:pt x="174115" y="49025"/>
                    <a:pt x="112313" y="13174"/>
                  </a:cubicBezTo>
                  <a:cubicBezTo>
                    <a:pt x="49847" y="-22676"/>
                    <a:pt x="-658" y="17157"/>
                    <a:pt x="6" y="10213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8" name="Google Shape;926;p 2"/>
            <p:cNvSpPr/>
            <p:nvPr/>
          </p:nvSpPr>
          <p:spPr>
            <a:xfrm>
              <a:off x="6399000" y="1379520"/>
              <a:ext cx="311400" cy="424440"/>
            </a:xfrm>
            <a:custGeom>
              <a:avLst/>
              <a:gdLst/>
              <a:ahLst/>
              <a:rect l="l" t="t" r="r" b="b"/>
              <a:pathLst>
                <a:path w="555551" h="756106">
                  <a:moveTo>
                    <a:pt x="277776" y="9593"/>
                  </a:moveTo>
                  <a:cubicBezTo>
                    <a:pt x="317648" y="32166"/>
                    <a:pt x="349545" y="87932"/>
                    <a:pt x="349545" y="133741"/>
                  </a:cubicBezTo>
                  <a:lnTo>
                    <a:pt x="349545" y="336228"/>
                  </a:lnTo>
                  <a:lnTo>
                    <a:pt x="483781" y="413239"/>
                  </a:lnTo>
                  <a:cubicBezTo>
                    <a:pt x="523653" y="435812"/>
                    <a:pt x="555551" y="491579"/>
                    <a:pt x="555551" y="537387"/>
                  </a:cubicBezTo>
                  <a:cubicBezTo>
                    <a:pt x="555551" y="583196"/>
                    <a:pt x="523653" y="601785"/>
                    <a:pt x="483781" y="579212"/>
                  </a:cubicBezTo>
                  <a:lnTo>
                    <a:pt x="349545" y="502201"/>
                  </a:lnTo>
                  <a:lnTo>
                    <a:pt x="349545" y="704688"/>
                  </a:lnTo>
                  <a:cubicBezTo>
                    <a:pt x="349545" y="750496"/>
                    <a:pt x="317648" y="769085"/>
                    <a:pt x="277776" y="746513"/>
                  </a:cubicBezTo>
                  <a:cubicBezTo>
                    <a:pt x="237903" y="723941"/>
                    <a:pt x="206006" y="668174"/>
                    <a:pt x="206006" y="622365"/>
                  </a:cubicBezTo>
                  <a:lnTo>
                    <a:pt x="206006" y="419878"/>
                  </a:lnTo>
                  <a:lnTo>
                    <a:pt x="71770" y="342867"/>
                  </a:lnTo>
                  <a:cubicBezTo>
                    <a:pt x="31898" y="320295"/>
                    <a:pt x="0" y="264528"/>
                    <a:pt x="0" y="218719"/>
                  </a:cubicBezTo>
                  <a:cubicBezTo>
                    <a:pt x="0" y="172911"/>
                    <a:pt x="31898" y="154322"/>
                    <a:pt x="71770" y="176894"/>
                  </a:cubicBezTo>
                  <a:lnTo>
                    <a:pt x="206006" y="253905"/>
                  </a:lnTo>
                  <a:lnTo>
                    <a:pt x="206006" y="51418"/>
                  </a:lnTo>
                  <a:cubicBezTo>
                    <a:pt x="206006" y="5610"/>
                    <a:pt x="237903" y="-12979"/>
                    <a:pt x="277776" y="9593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743220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DE LA SOLUCIÓN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855360" y="1353960"/>
            <a:ext cx="23148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Booking: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Almacena la información de la reserva, pero no incluye el país.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c9211e"/>
                </a:solidFill>
                <a:latin typeface="Barlow Light"/>
                <a:ea typeface="Barlow Light"/>
              </a:rPr>
              <a:t>Ahora si incluye el país.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3414240" y="1353960"/>
            <a:ext cx="23148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Guest: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Incluye la información particular de cada guest, incluyendo el país.</a:t>
            </a:r>
            <a:endParaRPr b="0" lang="es-ES" sz="16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c9211e"/>
                </a:solidFill>
                <a:latin typeface="Barlow Light"/>
                <a:ea typeface="Barlow Light"/>
              </a:rPr>
              <a:t>Contiene una clase Country.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/>
          </p:nvPr>
        </p:nvSpPr>
        <p:spPr>
          <a:xfrm>
            <a:off x="5973120" y="1353960"/>
            <a:ext cx="2314800" cy="341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c9211e"/>
                </a:solidFill>
                <a:latin typeface="Barlow Light"/>
                <a:ea typeface="Barlow Light"/>
              </a:rPr>
              <a:t>Country:</a:t>
            </a:r>
            <a:endParaRPr b="0" lang="es-ES" sz="20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c9211e"/>
                </a:solidFill>
                <a:latin typeface="Barlow Light"/>
                <a:ea typeface="Barlow Light"/>
              </a:rPr>
              <a:t>Clase común para Booking y Guest que contiene la información del país en cuestión.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43" name="PlaceHolder 5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F01F5564-0DDB-4DF0-8DAA-860804BC3E4F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743220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MODELO DE LA SOLUCIÓN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855360" y="1353960"/>
            <a:ext cx="3823920" cy="24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Booking:</a:t>
            </a:r>
            <a:endParaRPr b="0" lang="es-ES" sz="20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Cambio en el constructor para reflejar el parámetro Country country.</a:t>
            </a:r>
            <a:endParaRPr b="0" lang="es-ES" sz="16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Es posible no hacerlo de esta forma, y en su lugar simplemente añadirlo en una línea del parser: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40ADEA8E-4CA0-4C3A-A202-D62D2D2C2999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547" name="" descr=""/>
          <p:cNvPicPr/>
          <p:nvPr/>
        </p:nvPicPr>
        <p:blipFill>
          <a:blip r:embed="rId1"/>
          <a:stretch/>
        </p:blipFill>
        <p:spPr>
          <a:xfrm>
            <a:off x="5400000" y="1383840"/>
            <a:ext cx="3265920" cy="347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NRO BOOKING PARSER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5167080" y="1353960"/>
            <a:ext cx="3472200" cy="209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createBooking()</a:t>
            </a:r>
            <a:endParaRPr b="0" lang="es-ES" sz="1200" spc="-1" strike="noStrike"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Al haber cambiado el constructor en NroBooking para admitir esta información debemos modificar la llamada al constructor.</a:t>
            </a: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ES" sz="1200" spc="-1" strike="noStrike"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Sin embargo, puede ser problemático cambiar un constructor, de modo que en su lugar se ha decidido la siguiente solución: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43B5C9FE-FA7F-4A43-9235-FC2D14ECD189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551" name="" descr=""/>
          <p:cNvPicPr/>
          <p:nvPr/>
        </p:nvPicPr>
        <p:blipFill>
          <a:blip r:embed="rId1"/>
          <a:stretch/>
        </p:blipFill>
        <p:spPr>
          <a:xfrm>
            <a:off x="957960" y="1440000"/>
            <a:ext cx="3361320" cy="2084760"/>
          </a:xfrm>
          <a:prstGeom prst="rect">
            <a:avLst/>
          </a:prstGeom>
          <a:ln w="0">
            <a:noFill/>
          </a:ln>
        </p:spPr>
      </p:pic>
      <p:pic>
        <p:nvPicPr>
          <p:cNvPr id="552" name="" descr=""/>
          <p:cNvPicPr/>
          <p:nvPr/>
        </p:nvPicPr>
        <p:blipFill>
          <a:blip r:embed="rId2"/>
          <a:stretch/>
        </p:blipFill>
        <p:spPr>
          <a:xfrm>
            <a:off x="2340000" y="3602880"/>
            <a:ext cx="6256800" cy="125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855360" y="1533960"/>
            <a:ext cx="5109840" cy="11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3600" spc="-1" strike="noStrike">
                <a:solidFill>
                  <a:srgbClr val="ff9e44"/>
                </a:solidFill>
                <a:latin typeface="Barlow"/>
                <a:ea typeface="Barlow"/>
              </a:rPr>
              <a:t>4. Parser XML</a:t>
            </a:r>
            <a:endParaRPr b="0" lang="es-ES" sz="3600" spc="-1" strike="noStrike"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 type="subTitle"/>
          </p:nvPr>
        </p:nvSpPr>
        <p:spPr>
          <a:xfrm>
            <a:off x="855360" y="2714400"/>
            <a:ext cx="5109840" cy="42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" sz="2400" spc="-1" strike="noStrike">
                <a:solidFill>
                  <a:srgbClr val="8870a0"/>
                </a:solidFill>
                <a:latin typeface="Barlow Light"/>
                <a:ea typeface="Barlow Light"/>
              </a:rPr>
              <a:t>Información mostrada al usuario.</a:t>
            </a:r>
            <a:endParaRPr b="0" lang="es-ES" sz="2400" spc="-1" strike="noStrike">
              <a:latin typeface="Arial"/>
            </a:endParaRPr>
          </a:p>
        </p:txBody>
      </p:sp>
      <p:grpSp>
        <p:nvGrpSpPr>
          <p:cNvPr id="555" name="Grupo 23"/>
          <p:cNvGrpSpPr/>
          <p:nvPr/>
        </p:nvGrpSpPr>
        <p:grpSpPr>
          <a:xfrm>
            <a:off x="5676840" y="1130400"/>
            <a:ext cx="3045600" cy="2867760"/>
            <a:chOff x="5676840" y="1130400"/>
            <a:chExt cx="3045600" cy="2867760"/>
          </a:xfrm>
        </p:grpSpPr>
        <p:sp>
          <p:nvSpPr>
            <p:cNvPr id="556" name="Google Shape;851;p 3"/>
            <p:cNvSpPr/>
            <p:nvPr/>
          </p:nvSpPr>
          <p:spPr>
            <a:xfrm>
              <a:off x="6284880" y="1465560"/>
              <a:ext cx="747720" cy="806760"/>
            </a:xfrm>
            <a:custGeom>
              <a:avLst/>
              <a:gdLst/>
              <a:ahLst/>
              <a:rect l="l" t="t" r="r" b="b"/>
              <a:pathLst>
                <a:path w="1784563" h="1925515">
                  <a:moveTo>
                    <a:pt x="1784564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4564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7" name="Google Shape;852;p 3"/>
            <p:cNvSpPr/>
            <p:nvPr/>
          </p:nvSpPr>
          <p:spPr>
            <a:xfrm>
              <a:off x="6477480" y="166608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4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3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8" name="Google Shape;853;p 3"/>
            <p:cNvSpPr/>
            <p:nvPr/>
          </p:nvSpPr>
          <p:spPr>
            <a:xfrm>
              <a:off x="6476760" y="17586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4" y="0"/>
                  </a:moveTo>
                  <a:lnTo>
                    <a:pt x="1138329" y="643762"/>
                  </a:lnTo>
                  <a:lnTo>
                    <a:pt x="1137505" y="755864"/>
                  </a:lnTo>
                  <a:lnTo>
                    <a:pt x="0" y="112102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9" name="Google Shape;854;p 3"/>
            <p:cNvSpPr/>
            <p:nvPr/>
          </p:nvSpPr>
          <p:spPr>
            <a:xfrm>
              <a:off x="6353640" y="159372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3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0" name="Google Shape;855;p 3"/>
            <p:cNvSpPr/>
            <p:nvPr/>
          </p:nvSpPr>
          <p:spPr>
            <a:xfrm>
              <a:off x="7975080" y="3191400"/>
              <a:ext cx="747360" cy="806760"/>
            </a:xfrm>
            <a:custGeom>
              <a:avLst/>
              <a:gdLst/>
              <a:ahLst/>
              <a:rect l="l" t="t" r="r" b="b"/>
              <a:pathLst>
                <a:path w="1783739" h="1925515">
                  <a:moveTo>
                    <a:pt x="1783740" y="1004796"/>
                  </a:moveTo>
                  <a:lnTo>
                    <a:pt x="8243" y="0"/>
                  </a:lnTo>
                  <a:lnTo>
                    <a:pt x="0" y="920719"/>
                  </a:lnTo>
                  <a:lnTo>
                    <a:pt x="1776321" y="1925515"/>
                  </a:lnTo>
                  <a:lnTo>
                    <a:pt x="1783740" y="1004796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1" name="Google Shape;856;p 3"/>
            <p:cNvSpPr/>
            <p:nvPr/>
          </p:nvSpPr>
          <p:spPr>
            <a:xfrm>
              <a:off x="8167680" y="3391920"/>
              <a:ext cx="223560" cy="172080"/>
            </a:xfrm>
            <a:custGeom>
              <a:avLst/>
              <a:gdLst/>
              <a:ahLst/>
              <a:rect l="l" t="t" r="r" b="b"/>
              <a:pathLst>
                <a:path w="534957" h="412963">
                  <a:moveTo>
                    <a:pt x="825" y="0"/>
                  </a:moveTo>
                  <a:lnTo>
                    <a:pt x="534957" y="302510"/>
                  </a:lnTo>
                  <a:lnTo>
                    <a:pt x="534133" y="412964"/>
                  </a:lnTo>
                  <a:lnTo>
                    <a:pt x="0" y="11045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2" name="Google Shape;857;p 3"/>
            <p:cNvSpPr/>
            <p:nvPr/>
          </p:nvSpPr>
          <p:spPr>
            <a:xfrm>
              <a:off x="8166960" y="3484800"/>
              <a:ext cx="476640" cy="316080"/>
            </a:xfrm>
            <a:custGeom>
              <a:avLst/>
              <a:gdLst/>
              <a:ahLst/>
              <a:rect l="l" t="t" r="r" b="b"/>
              <a:pathLst>
                <a:path w="1138329" h="755863">
                  <a:moveTo>
                    <a:pt x="825" y="0"/>
                  </a:moveTo>
                  <a:lnTo>
                    <a:pt x="1138329" y="643762"/>
                  </a:lnTo>
                  <a:lnTo>
                    <a:pt x="1137505" y="755863"/>
                  </a:lnTo>
                  <a:lnTo>
                    <a:pt x="0" y="11210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3" name="Google Shape;858;p 3"/>
            <p:cNvSpPr/>
            <p:nvPr/>
          </p:nvSpPr>
          <p:spPr>
            <a:xfrm>
              <a:off x="8043840" y="3319560"/>
              <a:ext cx="83520" cy="123840"/>
            </a:xfrm>
            <a:custGeom>
              <a:avLst/>
              <a:gdLst/>
              <a:ahLst/>
              <a:rect l="l" t="t" r="r" b="b"/>
              <a:pathLst>
                <a:path w="201970" h="297952">
                  <a:moveTo>
                    <a:pt x="201960" y="206264"/>
                  </a:moveTo>
                  <a:cubicBezTo>
                    <a:pt x="201135" y="282097"/>
                    <a:pt x="155800" y="318366"/>
                    <a:pt x="99749" y="286219"/>
                  </a:cubicBezTo>
                  <a:cubicBezTo>
                    <a:pt x="43698" y="254896"/>
                    <a:pt x="-813" y="167523"/>
                    <a:pt x="11" y="91689"/>
                  </a:cubicBezTo>
                  <a:cubicBezTo>
                    <a:pt x="835" y="15855"/>
                    <a:pt x="46171" y="-20413"/>
                    <a:pt x="102222" y="11734"/>
                  </a:cubicBezTo>
                  <a:cubicBezTo>
                    <a:pt x="158272" y="43056"/>
                    <a:pt x="202784" y="130430"/>
                    <a:pt x="201960" y="20626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Google Shape;859;p 3"/>
            <p:cNvSpPr/>
            <p:nvPr/>
          </p:nvSpPr>
          <p:spPr>
            <a:xfrm>
              <a:off x="7262640" y="113040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5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1570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860;p 3"/>
            <p:cNvSpPr/>
            <p:nvPr/>
          </p:nvSpPr>
          <p:spPr>
            <a:xfrm>
              <a:off x="7091640" y="1244160"/>
              <a:ext cx="1181160" cy="1975320"/>
            </a:xfrm>
            <a:custGeom>
              <a:avLst/>
              <a:gdLst/>
              <a:ahLst/>
              <a:rect l="l" t="t" r="r" b="b"/>
              <a:pathLst>
                <a:path w="2817384" h="4709929">
                  <a:moveTo>
                    <a:pt x="1415287" y="36268"/>
                  </a:moveTo>
                  <a:cubicBezTo>
                    <a:pt x="1080630" y="101386"/>
                    <a:pt x="328063" y="185463"/>
                    <a:pt x="0" y="0"/>
                  </a:cubicBezTo>
                  <a:cubicBezTo>
                    <a:pt x="2473" y="1312252"/>
                    <a:pt x="323942" y="3174298"/>
                    <a:pt x="1374897" y="4709930"/>
                  </a:cubicBezTo>
                  <a:cubicBezTo>
                    <a:pt x="2442338" y="4372799"/>
                    <a:pt x="2792657" y="2890746"/>
                    <a:pt x="2817385" y="1594980"/>
                  </a:cubicBezTo>
                  <a:cubicBezTo>
                    <a:pt x="2489322" y="1408693"/>
                    <a:pt x="1745823" y="478082"/>
                    <a:pt x="1415287" y="36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66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6" name="Google Shape;861;p 3"/>
            <p:cNvSpPr/>
            <p:nvPr/>
          </p:nvSpPr>
          <p:spPr>
            <a:xfrm>
              <a:off x="7667280" y="1259280"/>
              <a:ext cx="604080" cy="1959840"/>
            </a:xfrm>
            <a:custGeom>
              <a:avLst/>
              <a:gdLst/>
              <a:ahLst/>
              <a:rect l="l" t="t" r="r" b="b"/>
              <a:pathLst>
                <a:path w="1442487" h="4672836">
                  <a:moveTo>
                    <a:pt x="1442488" y="1557887"/>
                  </a:moveTo>
                  <a:cubicBezTo>
                    <a:pt x="1113601" y="1371600"/>
                    <a:pt x="370925" y="441813"/>
                    <a:pt x="40389" y="0"/>
                  </a:cubicBezTo>
                  <a:lnTo>
                    <a:pt x="0" y="4672837"/>
                  </a:lnTo>
                  <a:cubicBezTo>
                    <a:pt x="1066617" y="4336531"/>
                    <a:pt x="1416935" y="2854478"/>
                    <a:pt x="1442488" y="155788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7" name="Google Shape;862;p 3"/>
            <p:cNvSpPr/>
            <p:nvPr/>
          </p:nvSpPr>
          <p:spPr>
            <a:xfrm>
              <a:off x="6937200" y="2296800"/>
              <a:ext cx="693360" cy="1656360"/>
            </a:xfrm>
            <a:custGeom>
              <a:avLst/>
              <a:gdLst/>
              <a:ahLst/>
              <a:rect l="l" t="t" r="r" b="b"/>
              <a:pathLst>
                <a:path w="1655151" h="3949944">
                  <a:moveTo>
                    <a:pt x="0" y="0"/>
                  </a:moveTo>
                  <a:lnTo>
                    <a:pt x="1654328" y="910828"/>
                  </a:lnTo>
                  <a:lnTo>
                    <a:pt x="1655152" y="3949944"/>
                  </a:lnTo>
                  <a:lnTo>
                    <a:pt x="824" y="30399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863;p 3"/>
            <p:cNvSpPr/>
            <p:nvPr/>
          </p:nvSpPr>
          <p:spPr>
            <a:xfrm>
              <a:off x="7026840" y="3040200"/>
              <a:ext cx="523440" cy="744120"/>
            </a:xfrm>
            <a:custGeom>
              <a:avLst/>
              <a:gdLst/>
              <a:ahLst/>
              <a:rect l="l" t="t" r="r" b="b"/>
              <a:pathLst>
                <a:path w="1250431" h="1776320">
                  <a:moveTo>
                    <a:pt x="0" y="0"/>
                  </a:moveTo>
                  <a:lnTo>
                    <a:pt x="1247134" y="686624"/>
                  </a:lnTo>
                  <a:lnTo>
                    <a:pt x="1250431" y="1776321"/>
                  </a:lnTo>
                  <a:lnTo>
                    <a:pt x="3297" y="1089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9" name="Google Shape;864;p 3"/>
            <p:cNvSpPr/>
            <p:nvPr/>
          </p:nvSpPr>
          <p:spPr>
            <a:xfrm>
              <a:off x="7036200" y="273672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0" name="Google Shape;865;p 3"/>
            <p:cNvSpPr/>
            <p:nvPr/>
          </p:nvSpPr>
          <p:spPr>
            <a:xfrm>
              <a:off x="7037280" y="2829600"/>
              <a:ext cx="241200" cy="179280"/>
            </a:xfrm>
            <a:custGeom>
              <a:avLst/>
              <a:gdLst/>
              <a:ahLst/>
              <a:rect l="l" t="t" r="r" b="b"/>
              <a:pathLst>
                <a:path w="576995" h="429449">
                  <a:moveTo>
                    <a:pt x="0" y="0"/>
                  </a:moveTo>
                  <a:lnTo>
                    <a:pt x="576995" y="317347"/>
                  </a:lnTo>
                  <a:lnTo>
                    <a:pt x="576995" y="429449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866;p 3"/>
            <p:cNvSpPr/>
            <p:nvPr/>
          </p:nvSpPr>
          <p:spPr>
            <a:xfrm>
              <a:off x="7036920" y="2919240"/>
              <a:ext cx="458280" cy="298800"/>
            </a:xfrm>
            <a:custGeom>
              <a:avLst/>
              <a:gdLst/>
              <a:ahLst/>
              <a:rect l="l" t="t" r="r" b="b"/>
              <a:pathLst>
                <a:path w="1094642" h="714649">
                  <a:moveTo>
                    <a:pt x="0" y="0"/>
                  </a:moveTo>
                  <a:lnTo>
                    <a:pt x="1094643" y="602548"/>
                  </a:lnTo>
                  <a:lnTo>
                    <a:pt x="1094643" y="714650"/>
                  </a:lnTo>
                  <a:lnTo>
                    <a:pt x="0" y="112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2" name="Google Shape;867;p 3"/>
            <p:cNvSpPr/>
            <p:nvPr/>
          </p:nvSpPr>
          <p:spPr>
            <a:xfrm>
              <a:off x="6937200" y="2296800"/>
              <a:ext cx="693720" cy="601560"/>
            </a:xfrm>
            <a:custGeom>
              <a:avLst/>
              <a:gdLst/>
              <a:ahLst/>
              <a:rect l="l" t="t" r="r" b="b"/>
              <a:pathLst>
                <a:path w="1655976" h="1435893">
                  <a:moveTo>
                    <a:pt x="0" y="0"/>
                  </a:moveTo>
                  <a:lnTo>
                    <a:pt x="1654328" y="910828"/>
                  </a:lnTo>
                  <a:lnTo>
                    <a:pt x="1655976" y="1435894"/>
                  </a:lnTo>
                  <a:lnTo>
                    <a:pt x="824" y="525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3" name="Google Shape;868;p 3"/>
            <p:cNvSpPr/>
            <p:nvPr/>
          </p:nvSpPr>
          <p:spPr>
            <a:xfrm>
              <a:off x="7022160" y="2414160"/>
              <a:ext cx="87120" cy="129240"/>
            </a:xfrm>
            <a:custGeom>
              <a:avLst/>
              <a:gdLst/>
              <a:ahLst/>
              <a:rect l="l" t="t" r="r" b="b"/>
              <a:pathLst>
                <a:path w="210191" h="310309">
                  <a:moveTo>
                    <a:pt x="210191" y="213266"/>
                  </a:moveTo>
                  <a:cubicBezTo>
                    <a:pt x="210191" y="292397"/>
                    <a:pt x="163207" y="331138"/>
                    <a:pt x="105508" y="298991"/>
                  </a:cubicBezTo>
                  <a:cubicBezTo>
                    <a:pt x="47808" y="266845"/>
                    <a:pt x="0" y="176998"/>
                    <a:pt x="0" y="97043"/>
                  </a:cubicBezTo>
                  <a:cubicBezTo>
                    <a:pt x="0" y="17912"/>
                    <a:pt x="46984" y="-20829"/>
                    <a:pt x="104683" y="11318"/>
                  </a:cubicBezTo>
                  <a:cubicBezTo>
                    <a:pt x="163207" y="43465"/>
                    <a:pt x="210191" y="134136"/>
                    <a:pt x="210191" y="213266"/>
                  </a:cubicBez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869;p 3"/>
            <p:cNvSpPr/>
            <p:nvPr/>
          </p:nvSpPr>
          <p:spPr>
            <a:xfrm>
              <a:off x="7347600" y="2846880"/>
              <a:ext cx="470520" cy="447480"/>
            </a:xfrm>
            <a:custGeom>
              <a:avLst/>
              <a:gdLst/>
              <a:ahLst/>
              <a:rect l="l" t="t" r="r" b="b"/>
              <a:pathLst>
                <a:path w="1123491" h="1069089">
                  <a:moveTo>
                    <a:pt x="1649" y="451705"/>
                  </a:moveTo>
                  <a:lnTo>
                    <a:pt x="0" y="0"/>
                  </a:lnTo>
                  <a:lnTo>
                    <a:pt x="1121843" y="617385"/>
                  </a:lnTo>
                  <a:lnTo>
                    <a:pt x="1123492" y="1069090"/>
                  </a:lnTo>
                  <a:lnTo>
                    <a:pt x="1649" y="451705"/>
                  </a:lnTo>
                  <a:close/>
                </a:path>
              </a:pathLst>
            </a:custGeom>
            <a:gradFill rotWithShape="0">
              <a:gsLst>
                <a:gs pos="0">
                  <a:srgbClr val="ff9e44"/>
                </a:gs>
                <a:gs pos="100000">
                  <a:srgbClr val="ff4093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5" name="Google Shape;870;p 3"/>
            <p:cNvSpPr/>
            <p:nvPr/>
          </p:nvSpPr>
          <p:spPr>
            <a:xfrm>
              <a:off x="5785920" y="1645560"/>
              <a:ext cx="1028520" cy="1211400"/>
            </a:xfrm>
            <a:custGeom>
              <a:avLst/>
              <a:gdLst/>
              <a:ahLst/>
              <a:rect l="l" t="t" r="r" b="b"/>
              <a:pathLst>
                <a:path w="2453878" h="2889921">
                  <a:moveTo>
                    <a:pt x="2453054" y="1415287"/>
                  </a:moveTo>
                  <a:lnTo>
                    <a:pt x="0" y="0"/>
                  </a:lnTo>
                  <a:lnTo>
                    <a:pt x="824" y="1278456"/>
                  </a:lnTo>
                  <a:lnTo>
                    <a:pt x="2237093" y="2569277"/>
                  </a:lnTo>
                  <a:lnTo>
                    <a:pt x="2453878" y="2889922"/>
                  </a:lnTo>
                  <a:lnTo>
                    <a:pt x="2453054" y="1415287"/>
                  </a:ln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6" name="Google Shape;871;p 3"/>
            <p:cNvSpPr/>
            <p:nvPr/>
          </p:nvSpPr>
          <p:spPr>
            <a:xfrm>
              <a:off x="5676840" y="1708560"/>
              <a:ext cx="387360" cy="368640"/>
            </a:xfrm>
            <a:custGeom>
              <a:avLst/>
              <a:gdLst/>
              <a:ahLst/>
              <a:rect l="l" t="t" r="r" b="b"/>
              <a:pathLst>
                <a:path w="925665" h="881154">
                  <a:moveTo>
                    <a:pt x="0" y="347021"/>
                  </a:moveTo>
                  <a:lnTo>
                    <a:pt x="0" y="0"/>
                  </a:lnTo>
                  <a:lnTo>
                    <a:pt x="925665" y="534133"/>
                  </a:lnTo>
                  <a:lnTo>
                    <a:pt x="925665" y="881154"/>
                  </a:lnTo>
                  <a:lnTo>
                    <a:pt x="0" y="34702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872;p 3"/>
            <p:cNvSpPr/>
            <p:nvPr/>
          </p:nvSpPr>
          <p:spPr>
            <a:xfrm>
              <a:off x="6323760" y="2086200"/>
              <a:ext cx="224280" cy="176040"/>
            </a:xfrm>
            <a:custGeom>
              <a:avLst/>
              <a:gdLst/>
              <a:ahLst/>
              <a:rect l="l" t="t" r="r" b="b"/>
              <a:pathLst>
                <a:path w="537429" h="422030">
                  <a:moveTo>
                    <a:pt x="537430" y="309929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537430" y="422031"/>
                  </a:lnTo>
                  <a:lnTo>
                    <a:pt x="537430" y="309929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8" name="Google Shape;873;p 3"/>
            <p:cNvSpPr/>
            <p:nvPr/>
          </p:nvSpPr>
          <p:spPr>
            <a:xfrm>
              <a:off x="6114960" y="2059920"/>
              <a:ext cx="433800" cy="296640"/>
            </a:xfrm>
            <a:custGeom>
              <a:avLst/>
              <a:gdLst/>
              <a:ahLst/>
              <a:rect l="l" t="t" r="r" b="b"/>
              <a:pathLst>
                <a:path w="1036118" h="709704">
                  <a:moveTo>
                    <a:pt x="1036119" y="597602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036119" y="709704"/>
                  </a:lnTo>
                  <a:lnTo>
                    <a:pt x="1036119" y="597602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9" name="Google Shape;874;p 3"/>
            <p:cNvSpPr/>
            <p:nvPr/>
          </p:nvSpPr>
          <p:spPr>
            <a:xfrm>
              <a:off x="6023160" y="2100600"/>
              <a:ext cx="525600" cy="349920"/>
            </a:xfrm>
            <a:custGeom>
              <a:avLst/>
              <a:gdLst/>
              <a:ahLst/>
              <a:rect l="l" t="t" r="r" b="b"/>
              <a:pathLst>
                <a:path w="1255376" h="836643">
                  <a:moveTo>
                    <a:pt x="1255377" y="724541"/>
                  </a:moveTo>
                  <a:lnTo>
                    <a:pt x="0" y="0"/>
                  </a:lnTo>
                  <a:lnTo>
                    <a:pt x="0" y="112102"/>
                  </a:lnTo>
                  <a:lnTo>
                    <a:pt x="1255377" y="836643"/>
                  </a:lnTo>
                  <a:lnTo>
                    <a:pt x="1255377" y="72454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875;p 3"/>
            <p:cNvSpPr/>
            <p:nvPr/>
          </p:nvSpPr>
          <p:spPr>
            <a:xfrm>
              <a:off x="6603480" y="2243880"/>
              <a:ext cx="115920" cy="172800"/>
            </a:xfrm>
            <a:custGeom>
              <a:avLst/>
              <a:gdLst/>
              <a:ahLst/>
              <a:rect l="l" t="t" r="r" b="b"/>
              <a:pathLst>
                <a:path w="278606" h="414354">
                  <a:moveTo>
                    <a:pt x="0" y="126810"/>
                  </a:moveTo>
                  <a:cubicBezTo>
                    <a:pt x="0" y="232318"/>
                    <a:pt x="62645" y="353487"/>
                    <a:pt x="139303" y="397998"/>
                  </a:cubicBezTo>
                  <a:cubicBezTo>
                    <a:pt x="215961" y="442509"/>
                    <a:pt x="278606" y="393052"/>
                    <a:pt x="278606" y="287545"/>
                  </a:cubicBezTo>
                  <a:cubicBezTo>
                    <a:pt x="278606" y="182037"/>
                    <a:pt x="215961" y="60868"/>
                    <a:pt x="139303" y="16357"/>
                  </a:cubicBezTo>
                  <a:cubicBezTo>
                    <a:pt x="62645" y="-28154"/>
                    <a:pt x="0" y="21303"/>
                    <a:pt x="0" y="12681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1" name="Google Shape;876;p 3"/>
            <p:cNvSpPr/>
            <p:nvPr/>
          </p:nvSpPr>
          <p:spPr>
            <a:xfrm>
              <a:off x="6337800" y="2783880"/>
              <a:ext cx="288000" cy="392760"/>
            </a:xfrm>
            <a:custGeom>
              <a:avLst/>
              <a:gdLst/>
              <a:ahLst/>
              <a:rect l="l" t="t" r="r" b="b"/>
              <a:pathLst>
                <a:path w="689097" h="938791">
                  <a:moveTo>
                    <a:pt x="344549" y="11931"/>
                  </a:moveTo>
                  <a:cubicBezTo>
                    <a:pt x="394005" y="39956"/>
                    <a:pt x="433571" y="109196"/>
                    <a:pt x="433571" y="166071"/>
                  </a:cubicBezTo>
                  <a:lnTo>
                    <a:pt x="433571" y="417476"/>
                  </a:lnTo>
                  <a:lnTo>
                    <a:pt x="600075" y="513092"/>
                  </a:lnTo>
                  <a:cubicBezTo>
                    <a:pt x="649532" y="541118"/>
                    <a:pt x="689097" y="610357"/>
                    <a:pt x="689097" y="667233"/>
                  </a:cubicBezTo>
                  <a:cubicBezTo>
                    <a:pt x="689097" y="724107"/>
                    <a:pt x="649532" y="747188"/>
                    <a:pt x="600075" y="719162"/>
                  </a:cubicBezTo>
                  <a:lnTo>
                    <a:pt x="433571" y="623546"/>
                  </a:lnTo>
                  <a:lnTo>
                    <a:pt x="433571" y="874951"/>
                  </a:lnTo>
                  <a:cubicBezTo>
                    <a:pt x="433571" y="931826"/>
                    <a:pt x="394005" y="954906"/>
                    <a:pt x="344549" y="926880"/>
                  </a:cubicBezTo>
                  <a:cubicBezTo>
                    <a:pt x="295092" y="898855"/>
                    <a:pt x="255526" y="829616"/>
                    <a:pt x="255526" y="772740"/>
                  </a:cubicBezTo>
                  <a:lnTo>
                    <a:pt x="255526" y="521335"/>
                  </a:lnTo>
                  <a:lnTo>
                    <a:pt x="89022" y="424894"/>
                  </a:lnTo>
                  <a:cubicBezTo>
                    <a:pt x="39565" y="396869"/>
                    <a:pt x="0" y="327630"/>
                    <a:pt x="0" y="270754"/>
                  </a:cubicBezTo>
                  <a:cubicBezTo>
                    <a:pt x="0" y="213879"/>
                    <a:pt x="39565" y="190799"/>
                    <a:pt x="89022" y="218825"/>
                  </a:cubicBezTo>
                  <a:lnTo>
                    <a:pt x="255526" y="314441"/>
                  </a:lnTo>
                  <a:lnTo>
                    <a:pt x="255526" y="63036"/>
                  </a:lnTo>
                  <a:cubicBezTo>
                    <a:pt x="255526" y="6985"/>
                    <a:pt x="295092" y="-16095"/>
                    <a:pt x="344549" y="11931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ff">
                    <a:alpha val="3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PARSER XML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/>
          </p:nvPr>
        </p:nvSpPr>
        <p:spPr>
          <a:xfrm>
            <a:off x="847080" y="2700000"/>
            <a:ext cx="3472200" cy="17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&lt;ResGlobalInfo&gt;</a:t>
            </a:r>
            <a:br/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     &lt;TPA_Extensions&gt;</a:t>
            </a:r>
            <a:br/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	</a:t>
            </a:r>
            <a:r>
              <a:rPr b="1" lang="en" sz="1050" spc="-1" strike="noStrike">
                <a:solidFill>
                  <a:srgbClr val="c9211e"/>
                </a:solidFill>
                <a:latin typeface="Consolas"/>
                <a:ea typeface="Barlow Light"/>
              </a:rPr>
              <a:t>&lt;Country isoCode="[country.IsoCode]"&gt;[country.Name]&lt;/Country&gt;</a:t>
            </a:r>
            <a:br/>
            <a:r>
              <a:rPr b="1" lang="en" sz="1050" spc="-1" strike="noStrike">
                <a:solidFill>
                  <a:srgbClr val="c9211e"/>
                </a:solidFill>
                <a:latin typeface="Consolas"/>
                <a:ea typeface="Barlow Light"/>
              </a:rPr>
              <a:t>     </a:t>
            </a:r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&lt;/TPA_Extensions&gt;</a:t>
            </a:r>
            <a:br/>
            <a:r>
              <a:rPr b="0" lang="en" sz="1200" spc="-1" strike="noStrike">
                <a:solidFill>
                  <a:srgbClr val="ffffff"/>
                </a:solidFill>
                <a:latin typeface="Barlow Light"/>
                <a:ea typeface="Barlow Light"/>
              </a:rPr>
              <a:t>&lt;/ResGlobalInfo&gt;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/>
          </p:nvPr>
        </p:nvSpPr>
        <p:spPr>
          <a:xfrm>
            <a:off x="855360" y="1353960"/>
            <a:ext cx="3472200" cy="116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Booking:</a:t>
            </a:r>
            <a:endParaRPr b="0" lang="es-ES" sz="20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Deseamos que la información se muestre de la siguiente forma: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85" name="PlaceHolder 4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F81320E0-A1EC-4593-A000-9E73B7075AE1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586" name="" descr=""/>
          <p:cNvPicPr/>
          <p:nvPr/>
        </p:nvPicPr>
        <p:blipFill>
          <a:blip r:embed="rId1"/>
          <a:stretch/>
        </p:blipFill>
        <p:spPr>
          <a:xfrm>
            <a:off x="5040000" y="1260000"/>
            <a:ext cx="3779280" cy="234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855360" y="835920"/>
            <a:ext cx="5306040" cy="3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" sz="2400" spc="-1" strike="noStrike">
                <a:solidFill>
                  <a:srgbClr val="ff9e44"/>
                </a:solidFill>
                <a:latin typeface="Barlow"/>
                <a:ea typeface="Barlow"/>
              </a:rPr>
              <a:t>PARSER XML</a:t>
            </a:r>
            <a:endParaRPr b="0" lang="es-ES" sz="2400" spc="-1" strike="noStrike"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/>
          </p:nvPr>
        </p:nvSpPr>
        <p:spPr>
          <a:xfrm>
            <a:off x="4140000" y="2700000"/>
            <a:ext cx="4139280" cy="21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" sz="1050" spc="-1" strike="noStrike">
                <a:solidFill>
                  <a:srgbClr val="ffffff"/>
                </a:solidFill>
                <a:latin typeface="Consolas"/>
                <a:ea typeface="Barlow Light"/>
              </a:rPr>
              <a:t>&lt;TPA_Extensions&gt;</a:t>
            </a:r>
            <a:br/>
            <a:r>
              <a:rPr b="0" lang="en" sz="1050" spc="-1" strike="noStrike">
                <a:solidFill>
                  <a:srgbClr val="ffffff"/>
                </a:solidFill>
                <a:latin typeface="Consolas"/>
                <a:ea typeface="Barlow Light"/>
              </a:rPr>
              <a:t>	</a:t>
            </a:r>
            <a:r>
              <a:rPr b="1" lang="en" sz="1050" spc="-1" strike="noStrike">
                <a:solidFill>
                  <a:srgbClr val="c9211e"/>
                </a:solidFill>
                <a:latin typeface="Consolas"/>
                <a:ea typeface="Barlow Light"/>
              </a:rPr>
              <a:t>&lt;Country isoCode="[country.IsoCode]"&gt;[country.Name]&lt;/Country&gt;</a:t>
            </a:r>
            <a:br/>
            <a:r>
              <a:rPr b="1" lang="en" sz="1050" spc="-1" strike="noStrike">
                <a:solidFill>
                  <a:srgbClr val="c9211e"/>
                </a:solidFill>
                <a:latin typeface="Consolas"/>
                <a:ea typeface="Barlow Light"/>
              </a:rPr>
              <a:t>	</a:t>
            </a:r>
            <a:r>
              <a:rPr b="0" lang="en" sz="1050" spc="-1" strike="noStrike">
                <a:solidFill>
                  <a:srgbClr val="ffffff"/>
                </a:solidFill>
                <a:latin typeface="Consolas"/>
                <a:ea typeface="Barlow Light"/>
              </a:rPr>
              <a:t>&lt;Age&gt;[age]&lt;/Age&gt;</a:t>
            </a:r>
            <a:br/>
            <a:r>
              <a:rPr b="0" lang="en" sz="1050" spc="-1" strike="noStrike">
                <a:solidFill>
                  <a:srgbClr val="ffffff"/>
                </a:solidFill>
                <a:latin typeface="Consolas"/>
                <a:ea typeface="Barlow Light"/>
              </a:rPr>
              <a:t>	</a:t>
            </a:r>
            <a:r>
              <a:rPr b="0" lang="en" sz="1050" spc="-1" strike="noStrike">
                <a:solidFill>
                  <a:srgbClr val="ffffff"/>
                </a:solidFill>
                <a:latin typeface="Consolas"/>
                <a:ea typeface="Barlow Light"/>
              </a:rPr>
              <a:t>...</a:t>
            </a:r>
            <a:br/>
            <a:r>
              <a:rPr b="0" lang="en" sz="1050" spc="-1" strike="noStrike">
                <a:solidFill>
                  <a:srgbClr val="ffffff"/>
                </a:solidFill>
                <a:latin typeface="Consolas"/>
                <a:ea typeface="Barlow Light"/>
              </a:rPr>
              <a:t>&lt;/TPA_Extensions&gt;</a:t>
            </a:r>
            <a:endParaRPr b="0" lang="es-ES" sz="1050" spc="-1" strike="noStrike"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/>
          </p:nvPr>
        </p:nvSpPr>
        <p:spPr>
          <a:xfrm>
            <a:off x="4140000" y="1440000"/>
            <a:ext cx="3472200" cy="116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2000" spc="-1" strike="noStrike">
                <a:solidFill>
                  <a:srgbClr val="ffffff"/>
                </a:solidFill>
                <a:latin typeface="Barlow Light"/>
                <a:ea typeface="Barlow Light"/>
              </a:rPr>
              <a:t>Guest:</a:t>
            </a:r>
            <a:endParaRPr b="0" lang="es-ES" sz="2000" spc="-1" strike="noStrike"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en" sz="1600" spc="-1" strike="noStrike">
                <a:solidFill>
                  <a:srgbClr val="ffffff"/>
                </a:solidFill>
                <a:latin typeface="Barlow Light"/>
                <a:ea typeface="Barlow Light"/>
              </a:rPr>
              <a:t>Deseamos que la información se muestre de la siguiente forma:</a:t>
            </a:r>
            <a:endParaRPr b="0" lang="es-ES" sz="1600" spc="-1" strike="noStrike">
              <a:latin typeface="Arial"/>
            </a:endParaRPr>
          </a:p>
        </p:txBody>
      </p:sp>
      <p:sp>
        <p:nvSpPr>
          <p:cNvPr id="590" name="PlaceHolder 4"/>
          <p:cNvSpPr>
            <a:spLocks noGrp="1"/>
          </p:cNvSpPr>
          <p:nvPr>
            <p:ph type="sldNum"/>
          </p:nvPr>
        </p:nvSpPr>
        <p:spPr>
          <a:xfrm>
            <a:off x="8693280" y="4749840"/>
            <a:ext cx="449640" cy="3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fld id="{EDD242F4-7C33-41FA-8C5A-5C003B5BD1EA}" type="slidenum">
              <a:rPr b="0" lang="en" sz="1300" spc="-1" strike="noStrike">
                <a:solidFill>
                  <a:srgbClr val="ff4093"/>
                </a:solidFill>
                <a:latin typeface="Barlow Light"/>
                <a:ea typeface="Barlow Light"/>
              </a:rPr>
              <a:t>&lt;número&gt;</a:t>
            </a:fld>
            <a:endParaRPr b="0" lang="es-ES" sz="1300" spc="-1" strike="noStrike">
              <a:latin typeface="Times New Roman"/>
            </a:endParaRPr>
          </a:p>
        </p:txBody>
      </p:sp>
      <p:pic>
        <p:nvPicPr>
          <p:cNvPr id="591" name="" descr=""/>
          <p:cNvPicPr/>
          <p:nvPr/>
        </p:nvPicPr>
        <p:blipFill>
          <a:blip r:embed="rId1"/>
          <a:stretch/>
        </p:blipFill>
        <p:spPr>
          <a:xfrm>
            <a:off x="900000" y="1440000"/>
            <a:ext cx="2654640" cy="348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1c8da"/>
      </a:dk2>
      <a:lt2>
        <a:srgbClr val="8870a0"/>
      </a:lt2>
      <a:accent1>
        <a:srgbClr val="ff9e44"/>
      </a:accent1>
      <a:accent2>
        <a:srgbClr val="ff4093"/>
      </a:accent2>
      <a:accent3>
        <a:srgbClr val="c06ee2"/>
      </a:accent3>
      <a:accent4>
        <a:srgbClr val="5aa5da"/>
      </a:accent4>
      <a:accent5>
        <a:srgbClr val="572d7e"/>
      </a:accent5>
      <a:accent6>
        <a:srgbClr val="0e0918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1117</TotalTime>
  <Application>LibreOffice/7.2.4.1$Windows_X86_64 LibreOffice_project/27d75539669ac387bb498e35313b970b7fe9c4f9</Application>
  <AppVersion>15.0000</AppVersion>
  <Words>1743</Words>
  <Paragraphs>369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2022-03-17T12:21:56Z</dcterms:modified>
  <cp:revision>14</cp:revision>
  <dc:subject/>
  <dc:title>THIS IS YOUR PRESENTATION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40</vt:i4>
  </property>
</Properties>
</file>